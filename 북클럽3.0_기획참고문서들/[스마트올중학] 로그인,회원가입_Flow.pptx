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677" r:id="rId3"/>
    <p:sldMasterId id="2147483725" r:id="rId4"/>
  </p:sldMasterIdLst>
  <p:notesMasterIdLst>
    <p:notesMasterId r:id="rId7"/>
  </p:notesMasterIdLst>
  <p:handoutMasterIdLst>
    <p:handoutMasterId r:id="rId8"/>
  </p:handoutMasterIdLst>
  <p:sldIdLst>
    <p:sldId id="315" r:id="rId5"/>
    <p:sldId id="306" r:id="rId6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대호" initials="김" lastIdx="2" clrIdx="0">
    <p:extLst>
      <p:ext uri="{19B8F6BF-5375-455C-9EA6-DF929625EA0E}">
        <p15:presenceInfo xmlns:p15="http://schemas.microsoft.com/office/powerpoint/2012/main" userId="S-1-5-21-2221367841-1300209432-3539786796-14617" providerId="AD"/>
      </p:ext>
    </p:extLst>
  </p:cmAuthor>
  <p:cmAuthor id="2" name="류향란" initials="류" lastIdx="1" clrIdx="1">
    <p:extLst>
      <p:ext uri="{19B8F6BF-5375-455C-9EA6-DF929625EA0E}">
        <p15:presenceInfo xmlns:p15="http://schemas.microsoft.com/office/powerpoint/2012/main" userId="S-1-5-21-2221367841-1300209432-3539786796-199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D966"/>
    <a:srgbClr val="FF7C80"/>
    <a:srgbClr val="FF9999"/>
    <a:srgbClr val="33CCCC"/>
    <a:srgbClr val="00B4B0"/>
    <a:srgbClr val="0033CC"/>
    <a:srgbClr val="FF3300"/>
    <a:srgbClr val="FFE1E1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63" autoAdjust="0"/>
    <p:restoredTop sz="95964" autoAdjust="0"/>
  </p:normalViewPr>
  <p:slideViewPr>
    <p:cSldViewPr snapToGrid="0">
      <p:cViewPr varScale="1">
        <p:scale>
          <a:sx n="163" d="100"/>
          <a:sy n="163" d="100"/>
        </p:scale>
        <p:origin x="1716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-1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831A-23DA-446F-BD15-350B46E1E33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29750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6B515-0BCB-4A75-BD01-C41D8F5012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68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5AD4C-26F7-4A11-8DA4-03609A182073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7AB0C-818D-439C-833F-FF4C8A2F4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69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jpeg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jpe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1.png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메인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472" y="220732"/>
            <a:ext cx="1422597" cy="856791"/>
          </a:xfrm>
          <a:prstGeom prst="rect">
            <a:avLst/>
          </a:prstGeom>
        </p:spPr>
      </p:pic>
      <p:sp>
        <p:nvSpPr>
          <p:cNvPr id="9" name="직사각형 8"/>
          <p:cNvSpPr/>
          <p:nvPr userDrawn="1"/>
        </p:nvSpPr>
        <p:spPr>
          <a:xfrm>
            <a:off x="9417495" y="1377887"/>
            <a:ext cx="144017" cy="252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prstClr val="black"/>
              </a:solidFill>
              <a:latin typeface="+mn-ea"/>
              <a:ea typeface="+mn-ea"/>
              <a:cs typeface="Arial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1056"/>
            <a:ext cx="9093941" cy="41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75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2_챕터별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1238108" y="2151700"/>
            <a:ext cx="4760044" cy="526544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lIns="72000" tIns="36000" rIns="72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en-US" altLang="ko-KR" dirty="0"/>
              <a:t>0. </a:t>
            </a:r>
            <a:r>
              <a:rPr lang="en-US" altLang="ko-KR"/>
              <a:t>CHAPTER</a:t>
            </a:r>
            <a:r>
              <a:rPr lang="ko-KR" altLang="en-US"/>
              <a:t> </a:t>
            </a:r>
            <a:r>
              <a:rPr lang="ko-KR" altLang="en-US" dirty="0"/>
              <a:t>명</a:t>
            </a:r>
            <a:endParaRPr lang="en-US" dirty="0"/>
          </a:p>
        </p:txBody>
      </p:sp>
      <p:sp>
        <p:nvSpPr>
          <p:cNvPr id="15" name="Text Box 32"/>
          <p:cNvSpPr txBox="1">
            <a:spLocks noChangeArrowheads="1"/>
          </p:cNvSpPr>
          <p:nvPr userDrawn="1"/>
        </p:nvSpPr>
        <p:spPr bwMode="auto">
          <a:xfrm>
            <a:off x="9486025" y="6576804"/>
            <a:ext cx="371447" cy="153888"/>
          </a:xfrm>
          <a:prstGeom prst="rect">
            <a:avLst/>
          </a:prstGeom>
          <a:noFill/>
          <a:ln>
            <a:noFill/>
          </a:ln>
        </p:spPr>
        <p:txBody>
          <a:bodyPr wrap="none" lIns="100584" tIns="0" rIns="100584" bIns="0" anchor="b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78136FDD-138A-41CF-8912-105E2455A463}" type="slidenum">
              <a:rPr lang="ko-KR" altLang="en-US" sz="1000" b="1" smtClean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pPr algn="r" eaLnBrk="1" hangingPunct="1"/>
              <a:t>‹#›</a:t>
            </a:fld>
            <a:endParaRPr lang="en-US" altLang="ko-KR" sz="1000" b="1" dirty="0">
              <a:solidFill>
                <a:schemeClr val="bg1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436657" y="2307250"/>
            <a:ext cx="67518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8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</a:t>
            </a:r>
          </a:p>
        </p:txBody>
      </p:sp>
    </p:spTree>
    <p:extLst>
      <p:ext uri="{BB962C8B-B14F-4D97-AF65-F5344CB8AC3E}">
        <p14:creationId xmlns:p14="http://schemas.microsoft.com/office/powerpoint/2010/main" val="305321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본문유형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128" y="20782"/>
            <a:ext cx="1246908" cy="405317"/>
          </a:xfrm>
          <a:noFill/>
        </p:spPr>
        <p:txBody>
          <a:bodyPr>
            <a:normAutofit/>
          </a:bodyPr>
          <a:lstStyle>
            <a:lvl1pPr algn="l">
              <a:defRPr sz="1050">
                <a:latin typeface="+mn-ea"/>
                <a:ea typeface="+mn-ea"/>
              </a:defRPr>
            </a:lvl1pPr>
          </a:lstStyle>
          <a:p>
            <a:r>
              <a:rPr lang="ko-KR" altLang="en-US"/>
              <a:t>구분</a:t>
            </a:r>
            <a:endParaRPr lang="ko-KR" altLang="en-US" dirty="0"/>
          </a:p>
        </p:txBody>
      </p:sp>
      <p:sp>
        <p:nvSpPr>
          <p:cNvPr id="6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481295" y="81575"/>
            <a:ext cx="756371" cy="304512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350" b="0">
                <a:latin typeface="+mn-ea"/>
                <a:ea typeface="+mn-ea"/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altLang="ko-KR" dirty="0"/>
              <a:t>0.0.0.0</a:t>
            </a:r>
            <a:endParaRPr lang="ko-KR" altLang="en-US" dirty="0"/>
          </a:p>
        </p:txBody>
      </p:sp>
      <p:sp>
        <p:nvSpPr>
          <p:cNvPr id="7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132788" y="81576"/>
            <a:ext cx="4195763" cy="314866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400" b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6687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3_본문유형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128" y="20782"/>
            <a:ext cx="1246908" cy="405317"/>
          </a:xfrm>
          <a:noFill/>
        </p:spPr>
        <p:txBody>
          <a:bodyPr>
            <a:normAutofit/>
          </a:bodyPr>
          <a:lstStyle>
            <a:lvl1pPr algn="l">
              <a:defRPr sz="1050">
                <a:latin typeface="+mn-ea"/>
                <a:ea typeface="+mn-ea"/>
              </a:defRPr>
            </a:lvl1pPr>
          </a:lstStyle>
          <a:p>
            <a:r>
              <a:rPr lang="ko-KR" altLang="en-US" dirty="0"/>
              <a:t>구분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481295" y="81575"/>
            <a:ext cx="756371" cy="304512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350" b="0">
                <a:latin typeface="+mn-ea"/>
                <a:ea typeface="+mn-ea"/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altLang="ko-KR" dirty="0"/>
              <a:t>0.0.0.0</a:t>
            </a:r>
            <a:endParaRPr lang="ko-KR" altLang="en-US" dirty="0"/>
          </a:p>
        </p:txBody>
      </p:sp>
      <p:sp>
        <p:nvSpPr>
          <p:cNvPr id="7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132788" y="81576"/>
            <a:ext cx="4195763" cy="314866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400" b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668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1.3_본문유형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128" y="20782"/>
            <a:ext cx="1246908" cy="405317"/>
          </a:xfrm>
          <a:noFill/>
        </p:spPr>
        <p:txBody>
          <a:bodyPr>
            <a:normAutofit/>
          </a:bodyPr>
          <a:lstStyle>
            <a:lvl1pPr algn="l">
              <a:defRPr sz="1050">
                <a:latin typeface="+mn-ea"/>
                <a:ea typeface="+mn-ea"/>
              </a:defRPr>
            </a:lvl1pPr>
          </a:lstStyle>
          <a:p>
            <a:r>
              <a:rPr lang="ko-KR" altLang="en-US"/>
              <a:t>구분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481295" y="81575"/>
            <a:ext cx="756371" cy="304512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350" b="0">
                <a:latin typeface="+mn-ea"/>
                <a:ea typeface="+mn-ea"/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altLang="ko-KR" dirty="0"/>
              <a:t>0.0.0.0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132788" y="81576"/>
            <a:ext cx="4195763" cy="314866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400" b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 userDrawn="1"/>
        </p:nvSpPr>
        <p:spPr bwMode="auto">
          <a:xfrm>
            <a:off x="162493" y="703949"/>
            <a:ext cx="7005100" cy="4378188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R="0" lvl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</p:spTree>
    <p:extLst>
      <p:ext uri="{BB962C8B-B14F-4D97-AF65-F5344CB8AC3E}">
        <p14:creationId xmlns:p14="http://schemas.microsoft.com/office/powerpoint/2010/main" val="1458422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1.3_본문유형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128" y="20782"/>
            <a:ext cx="1246908" cy="405317"/>
          </a:xfrm>
          <a:noFill/>
        </p:spPr>
        <p:txBody>
          <a:bodyPr>
            <a:normAutofit/>
          </a:bodyPr>
          <a:lstStyle>
            <a:lvl1pPr algn="l">
              <a:defRPr sz="1050">
                <a:latin typeface="+mn-ea"/>
                <a:ea typeface="+mn-ea"/>
              </a:defRPr>
            </a:lvl1pPr>
          </a:lstStyle>
          <a:p>
            <a:r>
              <a:rPr lang="ko-KR" altLang="en-US"/>
              <a:t>구분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481295" y="81575"/>
            <a:ext cx="756371" cy="304512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350" b="0">
                <a:latin typeface="+mn-ea"/>
                <a:ea typeface="+mn-ea"/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altLang="ko-KR" dirty="0"/>
              <a:t>0.0.0.0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132788" y="81576"/>
            <a:ext cx="4195763" cy="314866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400" b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 userDrawn="1"/>
        </p:nvSpPr>
        <p:spPr bwMode="auto">
          <a:xfrm>
            <a:off x="162493" y="703949"/>
            <a:ext cx="7005100" cy="43781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R="0" lvl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</p:spTree>
    <p:extLst>
      <p:ext uri="{BB962C8B-B14F-4D97-AF65-F5344CB8AC3E}">
        <p14:creationId xmlns:p14="http://schemas.microsoft.com/office/powerpoint/2010/main" val="350108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1.3_본문유형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128" y="20782"/>
            <a:ext cx="1246908" cy="405317"/>
          </a:xfrm>
          <a:noFill/>
        </p:spPr>
        <p:txBody>
          <a:bodyPr>
            <a:normAutofit/>
          </a:bodyPr>
          <a:lstStyle>
            <a:lvl1pPr algn="l">
              <a:defRPr sz="1050">
                <a:latin typeface="+mn-ea"/>
                <a:ea typeface="+mn-ea"/>
              </a:defRPr>
            </a:lvl1pPr>
          </a:lstStyle>
          <a:p>
            <a:r>
              <a:rPr lang="ko-KR" altLang="en-US"/>
              <a:t>구분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481295" y="81575"/>
            <a:ext cx="756371" cy="304512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350" b="0">
                <a:latin typeface="+mn-ea"/>
                <a:ea typeface="+mn-ea"/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altLang="ko-KR" dirty="0"/>
              <a:t>0.0.0.0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132788" y="81576"/>
            <a:ext cx="4195763" cy="314866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400" b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 userDrawn="1"/>
        </p:nvSpPr>
        <p:spPr bwMode="auto">
          <a:xfrm>
            <a:off x="162493" y="703949"/>
            <a:ext cx="7005100" cy="4378188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</p:spTree>
    <p:extLst>
      <p:ext uri="{BB962C8B-B14F-4D97-AF65-F5344CB8AC3E}">
        <p14:creationId xmlns:p14="http://schemas.microsoft.com/office/powerpoint/2010/main" val="278987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5_1.3_본문유형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128" y="20782"/>
            <a:ext cx="1246908" cy="405317"/>
          </a:xfrm>
          <a:noFill/>
        </p:spPr>
        <p:txBody>
          <a:bodyPr>
            <a:normAutofit/>
          </a:bodyPr>
          <a:lstStyle>
            <a:lvl1pPr algn="l">
              <a:defRPr sz="1050">
                <a:latin typeface="+mn-ea"/>
                <a:ea typeface="+mn-ea"/>
              </a:defRPr>
            </a:lvl1pPr>
          </a:lstStyle>
          <a:p>
            <a:r>
              <a:rPr lang="ko-KR" altLang="en-US"/>
              <a:t>구분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481295" y="81575"/>
            <a:ext cx="756371" cy="304512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350" b="0">
                <a:latin typeface="+mn-ea"/>
                <a:ea typeface="+mn-ea"/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altLang="ko-KR" dirty="0"/>
              <a:t>0.0.0.0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132788" y="81576"/>
            <a:ext cx="4195763" cy="314866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400" b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 userDrawn="1"/>
        </p:nvSpPr>
        <p:spPr bwMode="auto">
          <a:xfrm>
            <a:off x="162493" y="703949"/>
            <a:ext cx="7005100" cy="5326737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</p:spTree>
    <p:extLst>
      <p:ext uri="{BB962C8B-B14F-4D97-AF65-F5344CB8AC3E}">
        <p14:creationId xmlns:p14="http://schemas.microsoft.com/office/powerpoint/2010/main" val="235716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6_1.3_본문유형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128" y="20782"/>
            <a:ext cx="1246908" cy="405317"/>
          </a:xfrm>
          <a:noFill/>
        </p:spPr>
        <p:txBody>
          <a:bodyPr>
            <a:normAutofit/>
          </a:bodyPr>
          <a:lstStyle>
            <a:lvl1pPr algn="l">
              <a:defRPr sz="1050">
                <a:latin typeface="+mn-ea"/>
                <a:ea typeface="+mn-ea"/>
              </a:defRPr>
            </a:lvl1pPr>
          </a:lstStyle>
          <a:p>
            <a:r>
              <a:rPr lang="ko-KR" altLang="en-US"/>
              <a:t>구분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481295" y="81575"/>
            <a:ext cx="756371" cy="304512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350" b="0">
                <a:latin typeface="+mn-ea"/>
                <a:ea typeface="+mn-ea"/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altLang="ko-KR" dirty="0"/>
              <a:t>0.0.0.0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132788" y="81576"/>
            <a:ext cx="4195763" cy="314866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400" b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 userDrawn="1"/>
        </p:nvSpPr>
        <p:spPr bwMode="auto">
          <a:xfrm>
            <a:off x="162493" y="703949"/>
            <a:ext cx="7005100" cy="465862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</p:spTree>
    <p:extLst>
      <p:ext uri="{BB962C8B-B14F-4D97-AF65-F5344CB8AC3E}">
        <p14:creationId xmlns:p14="http://schemas.microsoft.com/office/powerpoint/2010/main" val="425190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_들어가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353291"/>
            <a:ext cx="9906000" cy="6504709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425018" y="20782"/>
            <a:ext cx="4760044" cy="384464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lIns="72000" tIns="36000" rIns="72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1350" b="1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58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3_본문유형_정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128" y="20782"/>
            <a:ext cx="1246908" cy="405317"/>
          </a:xfrm>
          <a:noFill/>
        </p:spPr>
        <p:txBody>
          <a:bodyPr>
            <a:normAutofit/>
          </a:bodyPr>
          <a:lstStyle>
            <a:lvl1pPr algn="l">
              <a:defRPr sz="1050">
                <a:latin typeface="+mn-ea"/>
                <a:ea typeface="+mn-ea"/>
              </a:defRPr>
            </a:lvl1pPr>
          </a:lstStyle>
          <a:p>
            <a:r>
              <a:rPr lang="ko-KR" altLang="en-US" dirty="0"/>
              <a:t>정책</a:t>
            </a:r>
          </a:p>
        </p:txBody>
      </p:sp>
      <p:sp>
        <p:nvSpPr>
          <p:cNvPr id="7" name="텍스트 개체 틀 2"/>
          <p:cNvSpPr>
            <a:spLocks noGrp="1"/>
          </p:cNvSpPr>
          <p:nvPr>
            <p:ph type="body" idx="10" hasCustomPrompt="1"/>
          </p:nvPr>
        </p:nvSpPr>
        <p:spPr>
          <a:xfrm>
            <a:off x="315191" y="675553"/>
            <a:ext cx="8543925" cy="1500187"/>
          </a:xfrm>
          <a:prstGeom prst="rect">
            <a:avLst/>
          </a:prstGeom>
        </p:spPr>
        <p:txBody>
          <a:bodyPr tIns="108000"/>
          <a:lstStyle>
            <a:lvl1pPr marL="87313" indent="-87313">
              <a:lnSpc>
                <a:spcPct val="50000"/>
              </a:lnSpc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</a:t>
            </a:r>
            <a:endParaRPr lang="en-US" altLang="ko-KR" dirty="0"/>
          </a:p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481295" y="81575"/>
            <a:ext cx="756371" cy="304512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350" b="0">
                <a:latin typeface="+mn-ea"/>
                <a:ea typeface="+mn-ea"/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altLang="ko-KR" dirty="0"/>
              <a:t>0.0.0.0</a:t>
            </a:r>
            <a:endParaRPr lang="ko-KR" altLang="en-US" dirty="0"/>
          </a:p>
        </p:txBody>
      </p:sp>
      <p:sp>
        <p:nvSpPr>
          <p:cNvPr id="10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132788" y="81576"/>
            <a:ext cx="4195763" cy="314866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400" b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9496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.1_들어가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394854"/>
            <a:ext cx="9906000" cy="64631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제목 1"/>
          <p:cNvSpPr txBox="1">
            <a:spLocks/>
          </p:cNvSpPr>
          <p:nvPr userDrawn="1"/>
        </p:nvSpPr>
        <p:spPr>
          <a:xfrm>
            <a:off x="1238108" y="2151700"/>
            <a:ext cx="4760044" cy="526544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vert="horz" lIns="72000" tIns="36000" rIns="72000" bIns="36000" rtlCol="0" anchor="ctr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sz="2400" b="0" kern="1200">
                <a:solidFill>
                  <a:schemeClr val="bg1"/>
                </a:solidFill>
                <a:effectLst/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ko-KR" dirty="0"/>
              <a:t>0. Chapter</a:t>
            </a:r>
            <a:r>
              <a:rPr lang="ko-KR" altLang="en-US" dirty="0"/>
              <a:t>명</a:t>
            </a:r>
            <a:endParaRPr 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436657" y="2307250"/>
            <a:ext cx="67518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8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</a:t>
            </a:r>
          </a:p>
        </p:txBody>
      </p:sp>
    </p:spTree>
    <p:extLst>
      <p:ext uri="{BB962C8B-B14F-4D97-AF65-F5344CB8AC3E}">
        <p14:creationId xmlns:p14="http://schemas.microsoft.com/office/powerpoint/2010/main" val="4243329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399927" y="61036"/>
            <a:ext cx="4195763" cy="314866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350" b="1"/>
            </a:lvl1pPr>
          </a:lstStyle>
          <a:p>
            <a:pPr lvl="0"/>
            <a:r>
              <a:rPr lang="ko-KR" altLang="en-US"/>
              <a:t>제목</a:t>
            </a:r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39847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1_메인 표지">
    <p:bg>
      <p:bgPr>
        <a:solidFill>
          <a:srgbClr val="2F58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1943" y="145421"/>
            <a:ext cx="1490890" cy="8540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34"/>
          <a:stretch/>
        </p:blipFill>
        <p:spPr>
          <a:xfrm>
            <a:off x="0" y="1533101"/>
            <a:ext cx="9906000" cy="5324899"/>
          </a:xfrm>
          <a:prstGeom prst="rect">
            <a:avLst/>
          </a:prstGeom>
        </p:spPr>
      </p:pic>
      <p:sp>
        <p:nvSpPr>
          <p:cNvPr id="6" name="직사각형 5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1943" y="145421"/>
            <a:ext cx="1490890" cy="85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20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_버전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2128275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버전관리</a:t>
            </a:r>
            <a:r>
              <a:rPr lang="en-US" altLang="ko-KR" sz="1300" dirty="0">
                <a:latin typeface="+mn-ea"/>
                <a:ea typeface="+mn-ea"/>
              </a:rPr>
              <a:t>(Revison</a:t>
            </a:r>
            <a:r>
              <a:rPr lang="en-US" altLang="ko-KR" sz="1300" baseline="0" dirty="0">
                <a:latin typeface="+mn-ea"/>
                <a:ea typeface="+mn-ea"/>
              </a:rPr>
              <a:t> History)</a:t>
            </a:r>
            <a:endParaRPr lang="en-US" altLang="ko-KR" sz="1300" dirty="0">
              <a:latin typeface="+mn-ea"/>
              <a:ea typeface="+mn-ea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322270" y="605729"/>
            <a:ext cx="248978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이 문서의 개정 이력은 다음과 같습니다</a:t>
            </a:r>
            <a:r>
              <a:rPr lang="en-US" altLang="ko-KR" sz="1000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77655498"/>
              </p:ext>
            </p:extLst>
          </p:nvPr>
        </p:nvGraphicFramePr>
        <p:xfrm>
          <a:off x="415191" y="893514"/>
          <a:ext cx="9061320" cy="1558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950">
                  <a:extLst>
                    <a:ext uri="{9D8B030D-6E8A-4147-A177-3AD203B41FA5}">
                      <a16:colId xmlns:a16="http://schemas.microsoft.com/office/drawing/2014/main" val="2685397169"/>
                    </a:ext>
                  </a:extLst>
                </a:gridCol>
                <a:gridCol w="996831">
                  <a:extLst>
                    <a:ext uri="{9D8B030D-6E8A-4147-A177-3AD203B41FA5}">
                      <a16:colId xmlns:a16="http://schemas.microsoft.com/office/drawing/2014/main" val="734554853"/>
                    </a:ext>
                  </a:extLst>
                </a:gridCol>
                <a:gridCol w="1949359">
                  <a:extLst>
                    <a:ext uri="{9D8B030D-6E8A-4147-A177-3AD203B41FA5}">
                      <a16:colId xmlns:a16="http://schemas.microsoft.com/office/drawing/2014/main" val="412371690"/>
                    </a:ext>
                  </a:extLst>
                </a:gridCol>
                <a:gridCol w="409807">
                  <a:extLst>
                    <a:ext uri="{9D8B030D-6E8A-4147-A177-3AD203B41FA5}">
                      <a16:colId xmlns:a16="http://schemas.microsoft.com/office/drawing/2014/main" val="2101290775"/>
                    </a:ext>
                  </a:extLst>
                </a:gridCol>
                <a:gridCol w="4111889">
                  <a:extLst>
                    <a:ext uri="{9D8B030D-6E8A-4147-A177-3AD203B41FA5}">
                      <a16:colId xmlns:a16="http://schemas.microsoft.com/office/drawing/2014/main" val="2981781146"/>
                    </a:ext>
                  </a:extLst>
                </a:gridCol>
                <a:gridCol w="1049484">
                  <a:extLst>
                    <a:ext uri="{9D8B030D-6E8A-4147-A177-3AD203B41FA5}">
                      <a16:colId xmlns:a16="http://schemas.microsoft.com/office/drawing/2014/main" val="2151572859"/>
                    </a:ext>
                  </a:extLst>
                </a:gridCol>
              </a:tblGrid>
              <a:tr h="3117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Ver.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Page</a:t>
                      </a:r>
                      <a:r>
                        <a:rPr lang="en-US" altLang="ko-KR" sz="1000" baseline="0" dirty="0">
                          <a:latin typeface="+mn-ea"/>
                          <a:ea typeface="+mn-ea"/>
                        </a:rPr>
                        <a:t> Title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Writer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59805"/>
                  </a:ext>
                </a:extLst>
              </a:tr>
              <a:tr h="3117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0.1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2020.07.01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1.0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공통 정책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1p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최초</a:t>
                      </a:r>
                      <a:r>
                        <a:rPr lang="ko-KR" altLang="en-US" sz="1000" baseline="0" dirty="0">
                          <a:latin typeface="+mn-ea"/>
                          <a:ea typeface="+mn-ea"/>
                        </a:rPr>
                        <a:t> 화면설계서 작성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언플러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81451"/>
                  </a:ext>
                </a:extLst>
              </a:tr>
              <a:tr h="311748"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550363"/>
                  </a:ext>
                </a:extLst>
              </a:tr>
              <a:tr h="311748"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932961"/>
                  </a:ext>
                </a:extLst>
              </a:tr>
              <a:tr h="311748"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372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20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8944458"/>
              </p:ext>
            </p:extLst>
          </p:nvPr>
        </p:nvGraphicFramePr>
        <p:xfrm>
          <a:off x="301489" y="664914"/>
          <a:ext cx="4537213" cy="5872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369">
                  <a:extLst>
                    <a:ext uri="{9D8B030D-6E8A-4147-A177-3AD203B41FA5}">
                      <a16:colId xmlns:a16="http://schemas.microsoft.com/office/drawing/2014/main" val="2685397169"/>
                    </a:ext>
                  </a:extLst>
                </a:gridCol>
                <a:gridCol w="347687">
                  <a:extLst>
                    <a:ext uri="{9D8B030D-6E8A-4147-A177-3AD203B41FA5}">
                      <a16:colId xmlns:a16="http://schemas.microsoft.com/office/drawing/2014/main" val="734554853"/>
                    </a:ext>
                  </a:extLst>
                </a:gridCol>
                <a:gridCol w="433198">
                  <a:extLst>
                    <a:ext uri="{9D8B030D-6E8A-4147-A177-3AD203B41FA5}">
                      <a16:colId xmlns:a16="http://schemas.microsoft.com/office/drawing/2014/main" val="412371690"/>
                    </a:ext>
                  </a:extLst>
                </a:gridCol>
                <a:gridCol w="500584">
                  <a:extLst>
                    <a:ext uri="{9D8B030D-6E8A-4147-A177-3AD203B41FA5}">
                      <a16:colId xmlns:a16="http://schemas.microsoft.com/office/drawing/2014/main" val="2101290775"/>
                    </a:ext>
                  </a:extLst>
                </a:gridCol>
                <a:gridCol w="2666572">
                  <a:extLst>
                    <a:ext uri="{9D8B030D-6E8A-4147-A177-3AD203B41FA5}">
                      <a16:colId xmlns:a16="http://schemas.microsoft.com/office/drawing/2014/main" val="2981781146"/>
                    </a:ext>
                  </a:extLst>
                </a:gridCol>
                <a:gridCol w="316803">
                  <a:extLst>
                    <a:ext uri="{9D8B030D-6E8A-4147-A177-3AD203B41FA5}">
                      <a16:colId xmlns:a16="http://schemas.microsoft.com/office/drawing/2014/main" val="2151572859"/>
                    </a:ext>
                  </a:extLst>
                </a:gridCol>
              </a:tblGrid>
              <a:tr h="309057">
                <a:tc gridSpan="5"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 이력 </a:t>
                      </a:r>
                      <a:r>
                        <a:rPr lang="en-US" altLang="ko-KR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----------------------------------------------------------------</a:t>
                      </a:r>
                      <a:endParaRPr lang="ko-KR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550363"/>
                  </a:ext>
                </a:extLst>
              </a:tr>
              <a:tr h="309057">
                <a:tc gridSpan="5"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목차</a:t>
                      </a:r>
                      <a:r>
                        <a:rPr lang="ko-KR" altLang="en-US" sz="1000" b="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baseline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----------------------------------------------------------------------</a:t>
                      </a:r>
                      <a:endParaRPr lang="ko-KR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932961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개요 </a:t>
                      </a:r>
                      <a:r>
                        <a:rPr lang="en-US" altLang="ko-KR" sz="105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---------------------------------------------------------------</a:t>
                      </a:r>
                      <a:endParaRPr lang="ko-KR" altLang="en-US" sz="105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372446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1.1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105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---------------------------------------------------------</a:t>
                      </a:r>
                      <a:endParaRPr lang="ko-KR" altLang="en-US" sz="105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820379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1.2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324081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1.2.1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정의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199471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1.2.1.1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정의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891369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160932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701401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11933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564535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286523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672235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96268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00721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504528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44478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140637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7013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1102289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목차</a:t>
            </a:r>
            <a:r>
              <a:rPr lang="en-US" altLang="ko-KR" sz="1300" dirty="0">
                <a:latin typeface="+mn-ea"/>
                <a:ea typeface="+mn-ea"/>
              </a:rPr>
              <a:t>(INDEX</a:t>
            </a:r>
            <a:r>
              <a:rPr lang="en-US" altLang="ko-KR" sz="1300" baseline="0" dirty="0">
                <a:latin typeface="+mn-ea"/>
                <a:ea typeface="+mn-ea"/>
              </a:rPr>
              <a:t>)</a:t>
            </a:r>
            <a:endParaRPr lang="en-US" altLang="ko-KR" sz="1300" dirty="0">
              <a:latin typeface="+mn-ea"/>
              <a:ea typeface="+mn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56715310"/>
              </p:ext>
            </p:extLst>
          </p:nvPr>
        </p:nvGraphicFramePr>
        <p:xfrm>
          <a:off x="4987789" y="664914"/>
          <a:ext cx="4537213" cy="5872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369">
                  <a:extLst>
                    <a:ext uri="{9D8B030D-6E8A-4147-A177-3AD203B41FA5}">
                      <a16:colId xmlns:a16="http://schemas.microsoft.com/office/drawing/2014/main" val="2685397169"/>
                    </a:ext>
                  </a:extLst>
                </a:gridCol>
                <a:gridCol w="347687">
                  <a:extLst>
                    <a:ext uri="{9D8B030D-6E8A-4147-A177-3AD203B41FA5}">
                      <a16:colId xmlns:a16="http://schemas.microsoft.com/office/drawing/2014/main" val="734554853"/>
                    </a:ext>
                  </a:extLst>
                </a:gridCol>
                <a:gridCol w="433198">
                  <a:extLst>
                    <a:ext uri="{9D8B030D-6E8A-4147-A177-3AD203B41FA5}">
                      <a16:colId xmlns:a16="http://schemas.microsoft.com/office/drawing/2014/main" val="412371690"/>
                    </a:ext>
                  </a:extLst>
                </a:gridCol>
                <a:gridCol w="500584">
                  <a:extLst>
                    <a:ext uri="{9D8B030D-6E8A-4147-A177-3AD203B41FA5}">
                      <a16:colId xmlns:a16="http://schemas.microsoft.com/office/drawing/2014/main" val="2101290775"/>
                    </a:ext>
                  </a:extLst>
                </a:gridCol>
                <a:gridCol w="2666572">
                  <a:extLst>
                    <a:ext uri="{9D8B030D-6E8A-4147-A177-3AD203B41FA5}">
                      <a16:colId xmlns:a16="http://schemas.microsoft.com/office/drawing/2014/main" val="2981781146"/>
                    </a:ext>
                  </a:extLst>
                </a:gridCol>
                <a:gridCol w="316803">
                  <a:extLst>
                    <a:ext uri="{9D8B030D-6E8A-4147-A177-3AD203B41FA5}">
                      <a16:colId xmlns:a16="http://schemas.microsoft.com/office/drawing/2014/main" val="2151572859"/>
                    </a:ext>
                  </a:extLst>
                </a:gridCol>
              </a:tblGrid>
              <a:tr h="309057"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550363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932961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372446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820379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324081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199471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891369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160932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701401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11933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564535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286523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672235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96268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00721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504528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344478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140637"/>
                  </a:ext>
                </a:extLst>
              </a:tr>
              <a:tr h="309057"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701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392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_기획서 컴포넌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1410964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기획서 컴포넌트</a:t>
            </a:r>
            <a:endParaRPr lang="en-US" altLang="ko-KR" sz="1300" dirty="0">
              <a:latin typeface="+mn-ea"/>
              <a:ea typeface="+mn-ea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284207" y="529830"/>
            <a:ext cx="11332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FLOW</a:t>
            </a:r>
            <a:r>
              <a:rPr lang="en-US" altLang="ko-KR" sz="1200" baseline="0" dirty="0">
                <a:latin typeface="+mn-ea"/>
                <a:ea typeface="+mn-ea"/>
              </a:rPr>
              <a:t> CHART</a:t>
            </a:r>
            <a:endParaRPr lang="en-US" altLang="ko-KR" sz="1200" dirty="0">
              <a:latin typeface="+mn-ea"/>
              <a:ea typeface="+mn-ea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38488" y="577410"/>
            <a:ext cx="45719" cy="1818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 userDrawn="1"/>
        </p:nvSpPr>
        <p:spPr>
          <a:xfrm>
            <a:off x="378813" y="939405"/>
            <a:ext cx="8018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>
                <a:latin typeface="+mn-ea"/>
                <a:ea typeface="+mn-ea"/>
              </a:rPr>
              <a:t>유저의 선택</a:t>
            </a:r>
            <a:endParaRPr lang="en-US" altLang="ko-KR" sz="900" dirty="0">
              <a:latin typeface="+mn-ea"/>
              <a:ea typeface="+mn-ea"/>
            </a:endParaRPr>
          </a:p>
        </p:txBody>
      </p:sp>
      <p:cxnSp>
        <p:nvCxnSpPr>
          <p:cNvPr id="8" name="직선 화살표 연결선 7"/>
          <p:cNvCxnSpPr/>
          <p:nvPr userDrawn="1"/>
        </p:nvCxnSpPr>
        <p:spPr>
          <a:xfrm>
            <a:off x="1187463" y="1056838"/>
            <a:ext cx="811384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1473635" y="860444"/>
            <a:ext cx="24237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j-ea"/>
                <a:ea typeface="+mj-ea"/>
              </a:rPr>
              <a:t>Y</a:t>
            </a:r>
          </a:p>
        </p:txBody>
      </p:sp>
      <p:cxnSp>
        <p:nvCxnSpPr>
          <p:cNvPr id="16" name="직선 화살표 연결선 15"/>
          <p:cNvCxnSpPr/>
          <p:nvPr userDrawn="1"/>
        </p:nvCxnSpPr>
        <p:spPr>
          <a:xfrm>
            <a:off x="2216163" y="1056838"/>
            <a:ext cx="811384" cy="0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2490807" y="860444"/>
            <a:ext cx="2632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j-ea"/>
                <a:ea typeface="+mj-ea"/>
              </a:rPr>
              <a:t>N</a:t>
            </a:r>
          </a:p>
        </p:txBody>
      </p:sp>
      <p:sp>
        <p:nvSpPr>
          <p:cNvPr id="18" name="직사각형 17"/>
          <p:cNvSpPr/>
          <p:nvPr userDrawn="1"/>
        </p:nvSpPr>
        <p:spPr>
          <a:xfrm>
            <a:off x="378813" y="1396605"/>
            <a:ext cx="5309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latin typeface="+mn-ea"/>
                <a:ea typeface="+mn-ea"/>
              </a:rPr>
              <a:t>시스템</a:t>
            </a:r>
            <a:endParaRPr lang="en-US" altLang="ko-KR" sz="900" dirty="0">
              <a:latin typeface="+mn-ea"/>
              <a:ea typeface="+mn-ea"/>
            </a:endParaRPr>
          </a:p>
        </p:txBody>
      </p:sp>
      <p:cxnSp>
        <p:nvCxnSpPr>
          <p:cNvPr id="19" name="직선 화살표 연결선 18"/>
          <p:cNvCxnSpPr/>
          <p:nvPr userDrawn="1"/>
        </p:nvCxnSpPr>
        <p:spPr>
          <a:xfrm>
            <a:off x="1187463" y="1514038"/>
            <a:ext cx="811384" cy="0"/>
          </a:xfrm>
          <a:prstGeom prst="straightConnector1">
            <a:avLst/>
          </a:prstGeom>
          <a:ln>
            <a:solidFill>
              <a:srgbClr val="FF0000"/>
            </a:solidFill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 userDrawn="1"/>
        </p:nvSpPr>
        <p:spPr>
          <a:xfrm>
            <a:off x="1473635" y="1317644"/>
            <a:ext cx="24237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j-ea"/>
                <a:ea typeface="+mj-ea"/>
              </a:rPr>
              <a:t>Y</a:t>
            </a:r>
          </a:p>
        </p:txBody>
      </p:sp>
      <p:cxnSp>
        <p:nvCxnSpPr>
          <p:cNvPr id="21" name="직선 화살표 연결선 20"/>
          <p:cNvCxnSpPr/>
          <p:nvPr userDrawn="1"/>
        </p:nvCxnSpPr>
        <p:spPr>
          <a:xfrm>
            <a:off x="2216163" y="1514038"/>
            <a:ext cx="811384" cy="0"/>
          </a:xfrm>
          <a:prstGeom prst="straightConnector1">
            <a:avLst/>
          </a:prstGeom>
          <a:ln>
            <a:solidFill>
              <a:srgbClr val="0070C0"/>
            </a:solidFill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 userDrawn="1"/>
        </p:nvSpPr>
        <p:spPr>
          <a:xfrm>
            <a:off x="2490807" y="1317644"/>
            <a:ext cx="2632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j-ea"/>
                <a:ea typeface="+mj-ea"/>
              </a:rPr>
              <a:t>N</a:t>
            </a:r>
          </a:p>
        </p:txBody>
      </p:sp>
      <p:sp>
        <p:nvSpPr>
          <p:cNvPr id="25" name="순서도: 수행의 시작/종료 24"/>
          <p:cNvSpPr/>
          <p:nvPr userDrawn="1"/>
        </p:nvSpPr>
        <p:spPr>
          <a:xfrm>
            <a:off x="397751" y="1878596"/>
            <a:ext cx="1044000" cy="36000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  <a:ea typeface="+mn-ea"/>
              </a:rPr>
              <a:t>START</a:t>
            </a:r>
            <a:endParaRPr lang="ko-KR" altLang="en-US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" name="순서도: 수행의 시작/종료 25"/>
          <p:cNvSpPr/>
          <p:nvPr userDrawn="1"/>
        </p:nvSpPr>
        <p:spPr>
          <a:xfrm>
            <a:off x="1593155" y="1878596"/>
            <a:ext cx="1044000" cy="36000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  <a:ea typeface="+mn-ea"/>
              </a:rPr>
              <a:t>END</a:t>
            </a:r>
            <a:endParaRPr lang="ko-KR" altLang="en-US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7" name="순서도: 수행의 시작/종료 26"/>
          <p:cNvSpPr/>
          <p:nvPr userDrawn="1"/>
        </p:nvSpPr>
        <p:spPr>
          <a:xfrm>
            <a:off x="2793305" y="1878596"/>
            <a:ext cx="1044000" cy="36000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  <a:ea typeface="+mn-ea"/>
              </a:rPr>
              <a:t>내용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415191" y="2393211"/>
            <a:ext cx="1026560" cy="54292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내용</a:t>
            </a:r>
          </a:p>
        </p:txBody>
      </p:sp>
      <p:sp>
        <p:nvSpPr>
          <p:cNvPr id="29" name="다이아몬드 28"/>
          <p:cNvSpPr/>
          <p:nvPr userDrawn="1"/>
        </p:nvSpPr>
        <p:spPr>
          <a:xfrm>
            <a:off x="1566318" y="2393210"/>
            <a:ext cx="1145806" cy="582909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내용</a:t>
            </a:r>
          </a:p>
        </p:txBody>
      </p:sp>
      <p:sp>
        <p:nvSpPr>
          <p:cNvPr id="30" name="순서도: 문서 29"/>
          <p:cNvSpPr/>
          <p:nvPr userDrawn="1"/>
        </p:nvSpPr>
        <p:spPr>
          <a:xfrm>
            <a:off x="2804689" y="2393210"/>
            <a:ext cx="1021232" cy="542926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내용</a:t>
            </a:r>
          </a:p>
        </p:txBody>
      </p:sp>
      <p:sp>
        <p:nvSpPr>
          <p:cNvPr id="31" name="순서도: 데이터 30"/>
          <p:cNvSpPr/>
          <p:nvPr userDrawn="1"/>
        </p:nvSpPr>
        <p:spPr>
          <a:xfrm>
            <a:off x="3991620" y="2393210"/>
            <a:ext cx="1026560" cy="542926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내용</a:t>
            </a:r>
          </a:p>
        </p:txBody>
      </p:sp>
      <p:sp>
        <p:nvSpPr>
          <p:cNvPr id="32" name="직사각형 31"/>
          <p:cNvSpPr/>
          <p:nvPr userDrawn="1"/>
        </p:nvSpPr>
        <p:spPr>
          <a:xfrm>
            <a:off x="308799" y="3359462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메뉴구조</a:t>
            </a:r>
            <a:r>
              <a:rPr lang="en-US" altLang="ko-KR" sz="1200" dirty="0">
                <a:latin typeface="+mn-ea"/>
                <a:ea typeface="+mn-ea"/>
              </a:rPr>
              <a:t>(IA)</a:t>
            </a:r>
          </a:p>
        </p:txBody>
      </p:sp>
      <p:sp>
        <p:nvSpPr>
          <p:cNvPr id="33" name="직사각형 32"/>
          <p:cNvSpPr/>
          <p:nvPr userDrawn="1"/>
        </p:nvSpPr>
        <p:spPr>
          <a:xfrm>
            <a:off x="263080" y="3407042"/>
            <a:ext cx="45719" cy="1818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 userDrawn="1"/>
        </p:nvSpPr>
        <p:spPr>
          <a:xfrm>
            <a:off x="238488" y="3794851"/>
            <a:ext cx="1026560" cy="295275"/>
          </a:xfrm>
          <a:prstGeom prst="rect">
            <a:avLst/>
          </a:prstGeom>
          <a:solidFill>
            <a:srgbClr val="2F58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스마트올 중학</a:t>
            </a:r>
          </a:p>
        </p:txBody>
      </p:sp>
      <p:sp>
        <p:nvSpPr>
          <p:cNvPr id="35" name="직사각형 34"/>
          <p:cNvSpPr/>
          <p:nvPr userDrawn="1"/>
        </p:nvSpPr>
        <p:spPr>
          <a:xfrm>
            <a:off x="238488" y="4148456"/>
            <a:ext cx="1026560" cy="29527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1 DEPTH</a:t>
            </a:r>
            <a:endParaRPr lang="ko-KR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직사각형 35"/>
          <p:cNvSpPr/>
          <p:nvPr userDrawn="1"/>
        </p:nvSpPr>
        <p:spPr>
          <a:xfrm>
            <a:off x="238488" y="4502061"/>
            <a:ext cx="1026560" cy="2952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2 DEPTH</a:t>
            </a:r>
            <a:endParaRPr lang="ko-KR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직사각형 36"/>
          <p:cNvSpPr/>
          <p:nvPr userDrawn="1"/>
        </p:nvSpPr>
        <p:spPr>
          <a:xfrm>
            <a:off x="238488" y="4855666"/>
            <a:ext cx="1026560" cy="29527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3 DEPTH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238488" y="5579566"/>
            <a:ext cx="1026560" cy="2952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SPEC OUT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0" name="직사각형 39"/>
          <p:cNvSpPr/>
          <p:nvPr userDrawn="1"/>
        </p:nvSpPr>
        <p:spPr>
          <a:xfrm>
            <a:off x="238488" y="5940336"/>
            <a:ext cx="1026560" cy="295275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>
                <a:alpha val="21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차 진행</a:t>
            </a:r>
          </a:p>
        </p:txBody>
      </p:sp>
      <p:sp>
        <p:nvSpPr>
          <p:cNvPr id="42" name="직사각형 41"/>
          <p:cNvSpPr/>
          <p:nvPr userDrawn="1"/>
        </p:nvSpPr>
        <p:spPr>
          <a:xfrm>
            <a:off x="238488" y="5217616"/>
            <a:ext cx="1026560" cy="295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 DEPTH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5" name="직사각형 44"/>
          <p:cNvSpPr/>
          <p:nvPr userDrawn="1"/>
        </p:nvSpPr>
        <p:spPr>
          <a:xfrm>
            <a:off x="2390933" y="3359462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태그</a:t>
            </a:r>
            <a:endParaRPr lang="en-US" altLang="ko-KR" sz="1200" dirty="0">
              <a:latin typeface="+mn-ea"/>
              <a:ea typeface="+mn-ea"/>
            </a:endParaRPr>
          </a:p>
        </p:txBody>
      </p:sp>
      <p:sp>
        <p:nvSpPr>
          <p:cNvPr id="46" name="직사각형 45"/>
          <p:cNvSpPr/>
          <p:nvPr userDrawn="1"/>
        </p:nvSpPr>
        <p:spPr>
          <a:xfrm>
            <a:off x="2345214" y="3407042"/>
            <a:ext cx="45719" cy="1818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75968276"/>
              </p:ext>
            </p:extLst>
          </p:nvPr>
        </p:nvGraphicFramePr>
        <p:xfrm>
          <a:off x="5629275" y="577410"/>
          <a:ext cx="4084707" cy="5928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685397169"/>
                    </a:ext>
                  </a:extLst>
                </a:gridCol>
                <a:gridCol w="2865507">
                  <a:extLst>
                    <a:ext uri="{9D8B030D-6E8A-4147-A177-3AD203B41FA5}">
                      <a16:colId xmlns:a16="http://schemas.microsoft.com/office/drawing/2014/main" val="734554853"/>
                    </a:ext>
                  </a:extLst>
                </a:gridCol>
              </a:tblGrid>
              <a:tr h="3293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Action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Type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59805"/>
                  </a:ext>
                </a:extLst>
              </a:tr>
              <a:tr h="603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Tap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81451"/>
                  </a:ext>
                </a:extLst>
              </a:tr>
              <a:tr h="6031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Double Tap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804342"/>
                  </a:ext>
                </a:extLst>
              </a:tr>
              <a:tr h="6031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Touch</a:t>
                      </a:r>
                      <a:r>
                        <a:rPr lang="en-US" altLang="ko-KR" sz="1000" baseline="0" dirty="0">
                          <a:latin typeface="+mn-ea"/>
                          <a:ea typeface="+mn-ea"/>
                        </a:rPr>
                        <a:t> &amp; Hold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949964"/>
                  </a:ext>
                </a:extLst>
              </a:tr>
              <a:tr h="6031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Touch</a:t>
                      </a:r>
                      <a:r>
                        <a:rPr lang="en-US" altLang="ko-KR" sz="1000" baseline="0" dirty="0">
                          <a:latin typeface="+mn-ea"/>
                          <a:ea typeface="+mn-ea"/>
                        </a:rPr>
                        <a:t> &amp; Move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413245"/>
                  </a:ext>
                </a:extLst>
              </a:tr>
              <a:tr h="6031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Drag</a:t>
                      </a:r>
                      <a:r>
                        <a:rPr lang="en-US" altLang="ko-KR" sz="1000" baseline="0" dirty="0">
                          <a:latin typeface="+mn-ea"/>
                          <a:ea typeface="+mn-ea"/>
                        </a:rPr>
                        <a:t> &amp; Drop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925361"/>
                  </a:ext>
                </a:extLst>
              </a:tr>
              <a:tr h="6031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Swipe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53695"/>
                  </a:ext>
                </a:extLst>
              </a:tr>
              <a:tr h="6031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Flick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81902"/>
                  </a:ext>
                </a:extLst>
              </a:tr>
              <a:tr h="6882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Scroll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724356"/>
                  </a:ext>
                </a:extLst>
              </a:tr>
              <a:tr h="6882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Pinch</a:t>
                      </a:r>
                      <a:r>
                        <a:rPr lang="en-US" altLang="ko-KR" sz="1000" baseline="0" dirty="0">
                          <a:latin typeface="+mn-ea"/>
                          <a:ea typeface="+mn-ea"/>
                        </a:rPr>
                        <a:t> In/Out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57437"/>
                  </a:ext>
                </a:extLst>
              </a:tr>
            </a:tbl>
          </a:graphicData>
        </a:graphic>
      </p:graphicFrame>
      <p:sp>
        <p:nvSpPr>
          <p:cNvPr id="48" name="타원 47"/>
          <p:cNvSpPr/>
          <p:nvPr userDrawn="1"/>
        </p:nvSpPr>
        <p:spPr>
          <a:xfrm>
            <a:off x="8045237" y="1084195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/>
          <p:cNvSpPr/>
          <p:nvPr userDrawn="1"/>
        </p:nvSpPr>
        <p:spPr>
          <a:xfrm>
            <a:off x="8005747" y="1694419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 userDrawn="1"/>
        </p:nvSpPr>
        <p:spPr>
          <a:xfrm>
            <a:off x="8129572" y="1694419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 userDrawn="1"/>
        </p:nvSpPr>
        <p:spPr>
          <a:xfrm>
            <a:off x="8076416" y="2306947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 w="25400">
            <a:solidFill>
              <a:srgbClr val="FF0000">
                <a:alpha val="8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/>
          <p:cNvSpPr/>
          <p:nvPr userDrawn="1"/>
        </p:nvSpPr>
        <p:spPr>
          <a:xfrm>
            <a:off x="7376251" y="2926643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화살표 연결선 59"/>
          <p:cNvCxnSpPr/>
          <p:nvPr userDrawn="1"/>
        </p:nvCxnSpPr>
        <p:spPr>
          <a:xfrm>
            <a:off x="7480900" y="3036946"/>
            <a:ext cx="459598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/>
          <p:cNvSpPr/>
          <p:nvPr userDrawn="1"/>
        </p:nvSpPr>
        <p:spPr>
          <a:xfrm>
            <a:off x="8912218" y="2926643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화살표 연결선 61"/>
          <p:cNvCxnSpPr/>
          <p:nvPr userDrawn="1"/>
        </p:nvCxnSpPr>
        <p:spPr>
          <a:xfrm flipH="1">
            <a:off x="8570774" y="3036946"/>
            <a:ext cx="446093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/>
          <p:cNvSpPr/>
          <p:nvPr userDrawn="1"/>
        </p:nvSpPr>
        <p:spPr>
          <a:xfrm>
            <a:off x="7379602" y="3509209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/>
          <p:cNvSpPr/>
          <p:nvPr userDrawn="1"/>
        </p:nvSpPr>
        <p:spPr>
          <a:xfrm>
            <a:off x="7808227" y="3509209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/>
          <p:cNvCxnSpPr/>
          <p:nvPr userDrawn="1"/>
        </p:nvCxnSpPr>
        <p:spPr>
          <a:xfrm>
            <a:off x="7484251" y="3619512"/>
            <a:ext cx="459598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타원 67"/>
          <p:cNvSpPr/>
          <p:nvPr userDrawn="1"/>
        </p:nvSpPr>
        <p:spPr>
          <a:xfrm>
            <a:off x="8915569" y="3509209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화살표 연결선 68"/>
          <p:cNvCxnSpPr/>
          <p:nvPr userDrawn="1"/>
        </p:nvCxnSpPr>
        <p:spPr>
          <a:xfrm flipH="1">
            <a:off x="8574125" y="3619512"/>
            <a:ext cx="446093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/>
          <p:cNvSpPr/>
          <p:nvPr userDrawn="1"/>
        </p:nvSpPr>
        <p:spPr>
          <a:xfrm>
            <a:off x="8505994" y="3509209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/>
          <p:cNvSpPr/>
          <p:nvPr userDrawn="1"/>
        </p:nvSpPr>
        <p:spPr>
          <a:xfrm>
            <a:off x="7145980" y="4108866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3" name="직선 화살표 연결선 72"/>
          <p:cNvCxnSpPr/>
          <p:nvPr userDrawn="1"/>
        </p:nvCxnSpPr>
        <p:spPr>
          <a:xfrm>
            <a:off x="7250629" y="4219169"/>
            <a:ext cx="4680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타원 75"/>
          <p:cNvSpPr/>
          <p:nvPr userDrawn="1"/>
        </p:nvSpPr>
        <p:spPr>
          <a:xfrm>
            <a:off x="8198218" y="4108866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화살표 연결선 76"/>
          <p:cNvCxnSpPr/>
          <p:nvPr userDrawn="1"/>
        </p:nvCxnSpPr>
        <p:spPr>
          <a:xfrm>
            <a:off x="8004416" y="4219169"/>
            <a:ext cx="5760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 userDrawn="1"/>
        </p:nvSpPr>
        <p:spPr>
          <a:xfrm>
            <a:off x="9231955" y="4108866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/>
          <p:cNvCxnSpPr/>
          <p:nvPr userDrawn="1"/>
        </p:nvCxnSpPr>
        <p:spPr>
          <a:xfrm flipH="1">
            <a:off x="8873329" y="4219169"/>
            <a:ext cx="4680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타원 81"/>
          <p:cNvSpPr/>
          <p:nvPr userDrawn="1"/>
        </p:nvSpPr>
        <p:spPr>
          <a:xfrm>
            <a:off x="7487602" y="4719091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/>
          <p:cNvCxnSpPr/>
          <p:nvPr userDrawn="1"/>
        </p:nvCxnSpPr>
        <p:spPr>
          <a:xfrm>
            <a:off x="7592251" y="4829394"/>
            <a:ext cx="3240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/>
          <p:nvPr userDrawn="1"/>
        </p:nvCxnSpPr>
        <p:spPr>
          <a:xfrm>
            <a:off x="7790004" y="4829394"/>
            <a:ext cx="241531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/>
          <p:nvPr userDrawn="1"/>
        </p:nvCxnSpPr>
        <p:spPr>
          <a:xfrm>
            <a:off x="7885254" y="4829394"/>
            <a:ext cx="241531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 userDrawn="1"/>
        </p:nvSpPr>
        <p:spPr>
          <a:xfrm>
            <a:off x="8684587" y="4719091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화살표 연결선 88"/>
          <p:cNvCxnSpPr/>
          <p:nvPr userDrawn="1"/>
        </p:nvCxnSpPr>
        <p:spPr>
          <a:xfrm flipH="1">
            <a:off x="8458429" y="4829394"/>
            <a:ext cx="2880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 userDrawn="1"/>
        </p:nvCxnSpPr>
        <p:spPr>
          <a:xfrm flipH="1">
            <a:off x="8357740" y="4829394"/>
            <a:ext cx="233455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/>
          <p:nvPr userDrawn="1"/>
        </p:nvCxnSpPr>
        <p:spPr>
          <a:xfrm flipH="1">
            <a:off x="8252965" y="4829394"/>
            <a:ext cx="233455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타원 97"/>
          <p:cNvSpPr/>
          <p:nvPr userDrawn="1"/>
        </p:nvSpPr>
        <p:spPr>
          <a:xfrm>
            <a:off x="7487602" y="5323355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1" name="직선 화살표 연결선 100"/>
          <p:cNvCxnSpPr/>
          <p:nvPr userDrawn="1"/>
        </p:nvCxnSpPr>
        <p:spPr>
          <a:xfrm>
            <a:off x="7600281" y="5436059"/>
            <a:ext cx="0" cy="21600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 userDrawn="1"/>
        </p:nvSpPr>
        <p:spPr>
          <a:xfrm>
            <a:off x="8144827" y="5361455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화살표 연결선 103"/>
          <p:cNvCxnSpPr/>
          <p:nvPr userDrawn="1"/>
        </p:nvCxnSpPr>
        <p:spPr>
          <a:xfrm>
            <a:off x="8257506" y="5251221"/>
            <a:ext cx="0" cy="46800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타원 105"/>
          <p:cNvSpPr/>
          <p:nvPr userDrawn="1"/>
        </p:nvSpPr>
        <p:spPr>
          <a:xfrm>
            <a:off x="8792587" y="5396917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7" name="직선 화살표 연결선 106"/>
          <p:cNvCxnSpPr/>
          <p:nvPr userDrawn="1"/>
        </p:nvCxnSpPr>
        <p:spPr>
          <a:xfrm flipH="1" flipV="1">
            <a:off x="8895907" y="5300691"/>
            <a:ext cx="1681" cy="21600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타원 108"/>
          <p:cNvSpPr/>
          <p:nvPr userDrawn="1"/>
        </p:nvSpPr>
        <p:spPr>
          <a:xfrm>
            <a:off x="7548017" y="6167259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타원 109"/>
          <p:cNvSpPr/>
          <p:nvPr userDrawn="1"/>
        </p:nvSpPr>
        <p:spPr>
          <a:xfrm>
            <a:off x="7861830" y="5940689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직선 화살표 연결선 110"/>
          <p:cNvCxnSpPr/>
          <p:nvPr userDrawn="1"/>
        </p:nvCxnSpPr>
        <p:spPr>
          <a:xfrm flipV="1">
            <a:off x="7656017" y="6160147"/>
            <a:ext cx="160240" cy="113432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/>
          <p:nvPr userDrawn="1"/>
        </p:nvCxnSpPr>
        <p:spPr>
          <a:xfrm flipH="1">
            <a:off x="7827441" y="6047614"/>
            <a:ext cx="140003" cy="112958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타원 123"/>
          <p:cNvSpPr/>
          <p:nvPr userDrawn="1"/>
        </p:nvSpPr>
        <p:spPr>
          <a:xfrm>
            <a:off x="8309124" y="6073367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타원 124"/>
          <p:cNvSpPr/>
          <p:nvPr userDrawn="1"/>
        </p:nvSpPr>
        <p:spPr>
          <a:xfrm>
            <a:off x="8412609" y="6019070"/>
            <a:ext cx="216000" cy="216000"/>
          </a:xfrm>
          <a:prstGeom prst="ellipse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6" name="직선 화살표 연결선 125"/>
          <p:cNvCxnSpPr/>
          <p:nvPr userDrawn="1"/>
        </p:nvCxnSpPr>
        <p:spPr>
          <a:xfrm flipH="1">
            <a:off x="8237572" y="6170292"/>
            <a:ext cx="199943" cy="141339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/>
          <p:cNvCxnSpPr/>
          <p:nvPr userDrawn="1"/>
        </p:nvCxnSpPr>
        <p:spPr>
          <a:xfrm flipV="1">
            <a:off x="8501600" y="5992285"/>
            <a:ext cx="198561" cy="139489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/>
          <p:cNvCxnSpPr/>
          <p:nvPr userDrawn="1"/>
        </p:nvCxnSpPr>
        <p:spPr>
          <a:xfrm>
            <a:off x="2345214" y="3794851"/>
            <a:ext cx="2074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/>
          <p:cNvCxnSpPr/>
          <p:nvPr userDrawn="1"/>
        </p:nvCxnSpPr>
        <p:spPr>
          <a:xfrm>
            <a:off x="2446166" y="3794851"/>
            <a:ext cx="0" cy="1481908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 userDrawn="1"/>
        </p:nvCxnSpPr>
        <p:spPr>
          <a:xfrm>
            <a:off x="2345214" y="5276759"/>
            <a:ext cx="2074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타원 135"/>
          <p:cNvSpPr/>
          <p:nvPr userDrawn="1"/>
        </p:nvSpPr>
        <p:spPr>
          <a:xfrm>
            <a:off x="2356166" y="4412061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137" name="직선 연결선 136"/>
          <p:cNvCxnSpPr/>
          <p:nvPr userDrawn="1"/>
        </p:nvCxnSpPr>
        <p:spPr>
          <a:xfrm>
            <a:off x="2802414" y="3794851"/>
            <a:ext cx="137906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/>
          <p:nvPr userDrawn="1"/>
        </p:nvCxnSpPr>
        <p:spPr>
          <a:xfrm>
            <a:off x="2903366" y="3794851"/>
            <a:ext cx="0" cy="1487169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/>
          <p:nvPr userDrawn="1"/>
        </p:nvCxnSpPr>
        <p:spPr>
          <a:xfrm>
            <a:off x="2820061" y="5276759"/>
            <a:ext cx="1361414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타원 139"/>
          <p:cNvSpPr/>
          <p:nvPr userDrawn="1"/>
        </p:nvSpPr>
        <p:spPr>
          <a:xfrm>
            <a:off x="2813366" y="4412061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3" name="타원 142"/>
          <p:cNvSpPr/>
          <p:nvPr userDrawn="1"/>
        </p:nvSpPr>
        <p:spPr>
          <a:xfrm>
            <a:off x="2356166" y="5403627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4" name="타원 143"/>
          <p:cNvSpPr/>
          <p:nvPr userDrawn="1"/>
        </p:nvSpPr>
        <p:spPr>
          <a:xfrm>
            <a:off x="2622414" y="5403627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5" name="타원 144"/>
          <p:cNvSpPr/>
          <p:nvPr userDrawn="1"/>
        </p:nvSpPr>
        <p:spPr>
          <a:xfrm>
            <a:off x="2889114" y="5403627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0000"/>
                </a:solidFill>
                <a:latin typeface="+mj-ea"/>
                <a:ea typeface="+mj-ea"/>
              </a:rPr>
              <a:t>12</a:t>
            </a:r>
            <a:endParaRPr lang="ko-KR" altLang="en-US" sz="9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6" name="순서도: 수행의 시작/종료 145"/>
          <p:cNvSpPr/>
          <p:nvPr userDrawn="1"/>
        </p:nvSpPr>
        <p:spPr>
          <a:xfrm>
            <a:off x="3181386" y="5432980"/>
            <a:ext cx="296954" cy="144475"/>
          </a:xfrm>
          <a:prstGeom prst="flowChartTerminator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altLang="ko-KR" sz="900" dirty="0">
                <a:solidFill>
                  <a:srgbClr val="FF0000"/>
                </a:solidFill>
                <a:latin typeface="+mj-ea"/>
                <a:ea typeface="+mj-ea"/>
              </a:rPr>
              <a:t>1-1</a:t>
            </a:r>
            <a:endParaRPr lang="ko-KR" altLang="en-US" sz="9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7" name="순서도: 수행의 시작/종료 146"/>
          <p:cNvSpPr/>
          <p:nvPr userDrawn="1"/>
        </p:nvSpPr>
        <p:spPr>
          <a:xfrm>
            <a:off x="3525925" y="5441822"/>
            <a:ext cx="288000" cy="149738"/>
          </a:xfrm>
          <a:prstGeom prst="flowChartTerminator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altLang="ko-KR" sz="900" dirty="0">
                <a:solidFill>
                  <a:srgbClr val="FF0000"/>
                </a:solidFill>
                <a:latin typeface="+mj-ea"/>
                <a:ea typeface="+mj-ea"/>
              </a:rPr>
              <a:t>1-2</a:t>
            </a:r>
            <a:endParaRPr lang="ko-KR" altLang="en-US" sz="9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53" name="직사각형 152"/>
          <p:cNvSpPr/>
          <p:nvPr userDrawn="1"/>
        </p:nvSpPr>
        <p:spPr>
          <a:xfrm>
            <a:off x="2345214" y="5792698"/>
            <a:ext cx="1026560" cy="442372"/>
          </a:xfrm>
          <a:prstGeom prst="rect">
            <a:avLst/>
          </a:prstGeom>
          <a:solidFill>
            <a:srgbClr val="FF474B">
              <a:alpha val="52000"/>
            </a:srgbClr>
          </a:solidFill>
          <a:ln>
            <a:solidFill>
              <a:srgbClr val="FF0000">
                <a:alpha val="6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/>
          </a:p>
        </p:txBody>
      </p:sp>
      <p:sp>
        <p:nvSpPr>
          <p:cNvPr id="154" name="직사각형 153"/>
          <p:cNvSpPr/>
          <p:nvPr userDrawn="1"/>
        </p:nvSpPr>
        <p:spPr>
          <a:xfrm>
            <a:off x="3478340" y="5792698"/>
            <a:ext cx="1026560" cy="44237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SPEC</a:t>
            </a:r>
            <a:r>
              <a:rPr lang="en-US" altLang="ko-KR" sz="1000" baseline="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OUT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04227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.3_기획서 컴포넌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1410964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기획서 컴포넌트</a:t>
            </a:r>
            <a:endParaRPr lang="en-US" altLang="ko-KR" sz="1300" dirty="0">
              <a:latin typeface="+mn-ea"/>
              <a:ea typeface="+mn-ea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284207" y="529830"/>
            <a:ext cx="10157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USER FLOW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238488" y="577410"/>
            <a:ext cx="45719" cy="1818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 userDrawn="1"/>
        </p:nvCxnSpPr>
        <p:spPr>
          <a:xfrm>
            <a:off x="415191" y="1171800"/>
            <a:ext cx="81138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631694" y="975406"/>
            <a:ext cx="35298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Tap</a:t>
            </a:r>
          </a:p>
        </p:txBody>
      </p:sp>
    </p:spTree>
    <p:extLst>
      <p:ext uri="{BB962C8B-B14F-4D97-AF65-F5344CB8AC3E}">
        <p14:creationId xmlns:p14="http://schemas.microsoft.com/office/powerpoint/2010/main" val="3435930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.3_기획서 컴포넌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1410964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기획서 컴포넌트</a:t>
            </a:r>
            <a:endParaRPr lang="en-US" altLang="ko-KR" sz="1300" dirty="0">
              <a:latin typeface="+mn-ea"/>
              <a:ea typeface="+mn-ea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284207" y="529830"/>
            <a:ext cx="5575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ICON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238488" y="577410"/>
            <a:ext cx="45719" cy="1818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3" name="그룹 62"/>
          <p:cNvGrpSpPr/>
          <p:nvPr userDrawn="1"/>
        </p:nvGrpSpPr>
        <p:grpSpPr>
          <a:xfrm>
            <a:off x="279824" y="934657"/>
            <a:ext cx="486413" cy="257216"/>
            <a:chOff x="309095" y="1132979"/>
            <a:chExt cx="486413" cy="257216"/>
          </a:xfrm>
        </p:grpSpPr>
        <p:sp>
          <p:nvSpPr>
            <p:cNvPr id="65" name="타원 64"/>
            <p:cNvSpPr/>
            <p:nvPr userDrawn="1"/>
          </p:nvSpPr>
          <p:spPr>
            <a:xfrm>
              <a:off x="412635" y="1132979"/>
              <a:ext cx="257216" cy="2572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2" name="직사각형 71"/>
            <p:cNvSpPr/>
            <p:nvPr userDrawn="1"/>
          </p:nvSpPr>
          <p:spPr>
            <a:xfrm>
              <a:off x="309095" y="1158999"/>
              <a:ext cx="486413" cy="200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kern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n-ea"/>
                  <a:cs typeface="+mn-cs"/>
                </a:rPr>
                <a:t>icon</a:t>
              </a:r>
              <a:endParaRPr lang="ko-KR" altLang="en-US" sz="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n-ea"/>
                <a:cs typeface="+mn-cs"/>
              </a:endParaRPr>
            </a:p>
          </p:txBody>
        </p:sp>
      </p:grpSp>
      <p:grpSp>
        <p:nvGrpSpPr>
          <p:cNvPr id="13" name="그룹 12"/>
          <p:cNvGrpSpPr/>
          <p:nvPr userDrawn="1"/>
        </p:nvGrpSpPr>
        <p:grpSpPr>
          <a:xfrm>
            <a:off x="2979043" y="937587"/>
            <a:ext cx="1836000" cy="234000"/>
            <a:chOff x="328514" y="2603100"/>
            <a:chExt cx="1701880" cy="234000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328514" y="2603100"/>
              <a:ext cx="818174" cy="23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txBody>
            <a:bodyPr lIns="0" tIns="18000" rIns="0" bIns="0" anchor="ctr"/>
            <a:lstStyle/>
            <a:p>
              <a:pPr algn="ctr" defTabSz="914400" latinLnBrk="1">
                <a:lnSpc>
                  <a:spcPct val="90000"/>
                </a:lnSpc>
                <a:spcBef>
                  <a:spcPts val="1000"/>
                </a:spcBef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선택 전</a:t>
              </a: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1212221" y="2603100"/>
              <a:ext cx="818173" cy="234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txBody>
            <a:bodyPr lIns="0" tIns="18000" rIns="0" bIns="0" anchor="ctr"/>
            <a:lstStyle/>
            <a:p>
              <a:pPr algn="ctr"/>
              <a:r>
                <a:rPr lang="ko-KR" altLang="en-US" sz="900" dirty="0">
                  <a:solidFill>
                    <a:schemeClr val="bg1"/>
                  </a:solidFill>
                </a:rPr>
                <a:t>선택 후</a:t>
              </a:r>
            </a:p>
          </p:txBody>
        </p:sp>
      </p:grpSp>
      <p:sp>
        <p:nvSpPr>
          <p:cNvPr id="16" name="직사각형 15"/>
          <p:cNvSpPr/>
          <p:nvPr userDrawn="1"/>
        </p:nvSpPr>
        <p:spPr>
          <a:xfrm>
            <a:off x="3036932" y="529830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버튼</a:t>
            </a:r>
            <a:endParaRPr lang="en-US" altLang="ko-KR" sz="1200" dirty="0">
              <a:latin typeface="+mn-ea"/>
              <a:ea typeface="+mn-ea"/>
            </a:endParaRPr>
          </a:p>
        </p:txBody>
      </p:sp>
      <p:sp>
        <p:nvSpPr>
          <p:cNvPr id="17" name="직사각형 16"/>
          <p:cNvSpPr/>
          <p:nvPr userDrawn="1"/>
        </p:nvSpPr>
        <p:spPr>
          <a:xfrm>
            <a:off x="2991213" y="577410"/>
            <a:ext cx="45719" cy="1818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2979043" y="1290012"/>
            <a:ext cx="900000" cy="234000"/>
          </a:xfrm>
          <a:prstGeom prst="roundRect">
            <a:avLst>
              <a:gd name="adj" fmla="val 49231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선택 전</a:t>
            </a:r>
          </a:p>
        </p:txBody>
      </p:sp>
      <p:sp>
        <p:nvSpPr>
          <p:cNvPr id="21" name="모서리가 둥근 직사각형 20"/>
          <p:cNvSpPr/>
          <p:nvPr userDrawn="1"/>
        </p:nvSpPr>
        <p:spPr>
          <a:xfrm>
            <a:off x="3922018" y="1290012"/>
            <a:ext cx="900000" cy="234000"/>
          </a:xfrm>
          <a:prstGeom prst="roundRect">
            <a:avLst>
              <a:gd name="adj" fmla="val 4923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0" tIns="18000" rIns="0" bIns="0" anchor="ctr"/>
          <a:lstStyle/>
          <a:p>
            <a:pPr lvl="0" algn="ctr"/>
            <a:r>
              <a:rPr lang="ko-KR" altLang="en-US" sz="900" dirty="0">
                <a:solidFill>
                  <a:schemeClr val="bg1"/>
                </a:solidFill>
              </a:rPr>
              <a:t>선택 전</a:t>
            </a:r>
          </a:p>
        </p:txBody>
      </p:sp>
      <p:pic>
        <p:nvPicPr>
          <p:cNvPr id="25" name="그림 2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44" t="10705" b="20145"/>
          <a:stretch/>
        </p:blipFill>
        <p:spPr>
          <a:xfrm>
            <a:off x="1135679" y="1600174"/>
            <a:ext cx="172330" cy="184945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 userDrawn="1"/>
        </p:nvPicPr>
        <p:blipFill rotWithShape="1"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3296" r="23654"/>
          <a:stretch/>
        </p:blipFill>
        <p:spPr>
          <a:xfrm>
            <a:off x="628890" y="1599088"/>
            <a:ext cx="201985" cy="192506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37" y="1533887"/>
            <a:ext cx="432470" cy="324000"/>
          </a:xfrm>
          <a:prstGeom prst="rect">
            <a:avLst/>
          </a:prstGeom>
        </p:spPr>
      </p:pic>
      <p:sp>
        <p:nvSpPr>
          <p:cNvPr id="30" name="모서리가 둥근 직사각형 29"/>
          <p:cNvSpPr/>
          <p:nvPr userDrawn="1"/>
        </p:nvSpPr>
        <p:spPr>
          <a:xfrm>
            <a:off x="7657974" y="912806"/>
            <a:ext cx="461277" cy="234000"/>
          </a:xfrm>
          <a:prstGeom prst="roundRect">
            <a:avLst>
              <a:gd name="adj" fmla="val 4923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7877932" y="933999"/>
            <a:ext cx="261610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/>
                </a:solidFill>
                <a:latin typeface="+mn-ea"/>
              </a:rPr>
              <a:t>▼</a:t>
            </a:r>
            <a:endParaRPr lang="ko-KR" altLang="en-US" sz="600" dirty="0"/>
          </a:p>
        </p:txBody>
      </p:sp>
      <p:sp>
        <p:nvSpPr>
          <p:cNvPr id="33" name="모서리가 둥근 직사각형 32"/>
          <p:cNvSpPr/>
          <p:nvPr userDrawn="1"/>
        </p:nvSpPr>
        <p:spPr>
          <a:xfrm>
            <a:off x="8162645" y="906863"/>
            <a:ext cx="838266" cy="234000"/>
          </a:xfrm>
          <a:prstGeom prst="roundRect">
            <a:avLst>
              <a:gd name="adj" fmla="val 4923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과목 전체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직사각형 33"/>
          <p:cNvSpPr/>
          <p:nvPr userDrawn="1"/>
        </p:nvSpPr>
        <p:spPr>
          <a:xfrm>
            <a:off x="8749992" y="928056"/>
            <a:ext cx="261610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/>
                </a:solidFill>
                <a:latin typeface="+mn-ea"/>
              </a:rPr>
              <a:t>▼</a:t>
            </a:r>
            <a:endParaRPr lang="ko-KR" altLang="en-US" sz="600" dirty="0"/>
          </a:p>
        </p:txBody>
      </p:sp>
      <p:sp>
        <p:nvSpPr>
          <p:cNvPr id="35" name="직사각형 34"/>
          <p:cNvSpPr/>
          <p:nvPr userDrawn="1"/>
        </p:nvSpPr>
        <p:spPr>
          <a:xfrm>
            <a:off x="5173863" y="917671"/>
            <a:ext cx="225254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dirty="0">
                <a:latin typeface="+mn-ea"/>
                <a:ea typeface="+mn-ea"/>
              </a:rPr>
              <a:t>저장값이 버튼에 표시되는</a:t>
            </a:r>
            <a:r>
              <a:rPr lang="ko-KR" altLang="en-US" sz="1050" baseline="0" dirty="0">
                <a:latin typeface="+mn-ea"/>
                <a:ea typeface="+mn-ea"/>
              </a:rPr>
              <a:t> 경우</a:t>
            </a:r>
            <a:r>
              <a:rPr lang="ko-KR" altLang="en-US" sz="1050" dirty="0">
                <a:latin typeface="+mn-ea"/>
                <a:ea typeface="+mn-ea"/>
              </a:rPr>
              <a:t> </a:t>
            </a:r>
            <a:r>
              <a:rPr lang="en-US" altLang="ko-KR" sz="1050" dirty="0">
                <a:latin typeface="+mn-ea"/>
                <a:ea typeface="+mn-ea"/>
              </a:rPr>
              <a:t>:  </a:t>
            </a:r>
          </a:p>
        </p:txBody>
      </p:sp>
      <p:sp>
        <p:nvSpPr>
          <p:cNvPr id="36" name="순서도: 수행의 시작/종료 35"/>
          <p:cNvSpPr/>
          <p:nvPr userDrawn="1"/>
        </p:nvSpPr>
        <p:spPr>
          <a:xfrm>
            <a:off x="370237" y="1287082"/>
            <a:ext cx="396000" cy="180000"/>
          </a:xfrm>
          <a:prstGeom prst="flowChartTerminator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o-KR" altLang="en-US" sz="800" dirty="0">
                <a:solidFill>
                  <a:schemeClr val="bg1"/>
                </a:solidFill>
                <a:latin typeface="+mj-ea"/>
                <a:ea typeface="+mj-ea"/>
              </a:rPr>
              <a:t>오늘</a:t>
            </a:r>
          </a:p>
        </p:txBody>
      </p: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68" y="1573268"/>
            <a:ext cx="228951" cy="252000"/>
          </a:xfrm>
          <a:prstGeom prst="rect">
            <a:avLst/>
          </a:prstGeom>
        </p:spPr>
      </p:pic>
      <p:sp>
        <p:nvSpPr>
          <p:cNvPr id="38" name="내용 개체 틀 20"/>
          <p:cNvSpPr txBox="1">
            <a:spLocks/>
          </p:cNvSpPr>
          <p:nvPr userDrawn="1"/>
        </p:nvSpPr>
        <p:spPr>
          <a:xfrm>
            <a:off x="238488" y="3369085"/>
            <a:ext cx="1919764" cy="9674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12700" dist="25400" dir="5400000" algn="t" rotWithShape="0">
              <a:schemeClr val="tx1">
                <a:lumMod val="65000"/>
                <a:lumOff val="35000"/>
                <a:alpha val="29000"/>
              </a:schemeClr>
            </a:outerShdw>
          </a:effectLst>
        </p:spPr>
        <p:txBody>
          <a:bodyPr lIns="0" tIns="72000" rIns="0" bIns="36000" anchor="ctr"/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Tx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40000"/>
              </a:lnSpc>
            </a:pPr>
            <a:endParaRPr lang="ko-KR" altLang="en-US" dirty="0"/>
          </a:p>
        </p:txBody>
      </p:sp>
      <p:cxnSp>
        <p:nvCxnSpPr>
          <p:cNvPr id="39" name="직선 연결선 38"/>
          <p:cNvCxnSpPr/>
          <p:nvPr userDrawn="1"/>
        </p:nvCxnSpPr>
        <p:spPr>
          <a:xfrm flipH="1">
            <a:off x="238488" y="3369085"/>
            <a:ext cx="1919764" cy="967422"/>
          </a:xfrm>
          <a:prstGeom prst="line">
            <a:avLst/>
          </a:prstGeom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 userDrawn="1"/>
        </p:nvCxnSpPr>
        <p:spPr>
          <a:xfrm>
            <a:off x="238488" y="3404543"/>
            <a:ext cx="1919764" cy="917027"/>
          </a:xfrm>
          <a:prstGeom prst="line">
            <a:avLst/>
          </a:prstGeom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제목 1"/>
          <p:cNvSpPr txBox="1">
            <a:spLocks/>
          </p:cNvSpPr>
          <p:nvPr userDrawn="1"/>
        </p:nvSpPr>
        <p:spPr>
          <a:xfrm>
            <a:off x="859028" y="3780613"/>
            <a:ext cx="725631" cy="17982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ko-KR" sz="8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THUMBNAIL</a:t>
            </a:r>
            <a:endParaRPr lang="ko-KR" altLang="en-US" sz="800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직사각형 42"/>
          <p:cNvSpPr/>
          <p:nvPr userDrawn="1"/>
        </p:nvSpPr>
        <p:spPr>
          <a:xfrm>
            <a:off x="284207" y="2986002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썸네일</a:t>
            </a:r>
            <a:endParaRPr lang="en-US" altLang="ko-KR" sz="1200" dirty="0">
              <a:latin typeface="+mn-ea"/>
              <a:ea typeface="+mn-ea"/>
            </a:endParaRPr>
          </a:p>
        </p:txBody>
      </p:sp>
      <p:sp>
        <p:nvSpPr>
          <p:cNvPr id="44" name="직사각형 43"/>
          <p:cNvSpPr/>
          <p:nvPr userDrawn="1"/>
        </p:nvSpPr>
        <p:spPr>
          <a:xfrm>
            <a:off x="238488" y="3033582"/>
            <a:ext cx="45719" cy="1818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내용 개체 틀 20"/>
          <p:cNvSpPr txBox="1">
            <a:spLocks/>
          </p:cNvSpPr>
          <p:nvPr userDrawn="1"/>
        </p:nvSpPr>
        <p:spPr>
          <a:xfrm>
            <a:off x="238488" y="4521610"/>
            <a:ext cx="1919764" cy="9674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0" tIns="72000" rIns="0" bIns="36000" anchor="ctr"/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Tx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40000"/>
              </a:lnSpc>
            </a:pPr>
            <a:endParaRPr lang="ko-KR" altLang="en-US" dirty="0"/>
          </a:p>
        </p:txBody>
      </p:sp>
      <p:cxnSp>
        <p:nvCxnSpPr>
          <p:cNvPr id="46" name="직선 연결선 45"/>
          <p:cNvCxnSpPr/>
          <p:nvPr userDrawn="1"/>
        </p:nvCxnSpPr>
        <p:spPr>
          <a:xfrm flipH="1">
            <a:off x="238488" y="4521610"/>
            <a:ext cx="1919764" cy="967422"/>
          </a:xfrm>
          <a:prstGeom prst="line">
            <a:avLst/>
          </a:prstGeom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 userDrawn="1"/>
        </p:nvCxnSpPr>
        <p:spPr>
          <a:xfrm>
            <a:off x="238488" y="4557068"/>
            <a:ext cx="1919764" cy="931964"/>
          </a:xfrm>
          <a:prstGeom prst="line">
            <a:avLst/>
          </a:prstGeom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제목 1"/>
          <p:cNvSpPr txBox="1">
            <a:spLocks/>
          </p:cNvSpPr>
          <p:nvPr userDrawn="1"/>
        </p:nvSpPr>
        <p:spPr>
          <a:xfrm>
            <a:off x="859028" y="4933138"/>
            <a:ext cx="725631" cy="17982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ko-KR" sz="8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THUMBNAIL</a:t>
            </a:r>
            <a:endParaRPr lang="ko-KR" altLang="en-US" sz="800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0" name="그림 3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625" y="1608195"/>
            <a:ext cx="168901" cy="168901"/>
          </a:xfrm>
          <a:prstGeom prst="rect">
            <a:avLst/>
          </a:prstGeom>
        </p:spPr>
      </p:pic>
      <p:grpSp>
        <p:nvGrpSpPr>
          <p:cNvPr id="49" name="그룹 48"/>
          <p:cNvGrpSpPr/>
          <p:nvPr userDrawn="1"/>
        </p:nvGrpSpPr>
        <p:grpSpPr>
          <a:xfrm>
            <a:off x="3036932" y="3369085"/>
            <a:ext cx="510322" cy="510322"/>
            <a:chOff x="8098877" y="1346938"/>
            <a:chExt cx="206923" cy="206923"/>
          </a:xfrm>
        </p:grpSpPr>
        <p:sp>
          <p:nvSpPr>
            <p:cNvPr id="50" name="타원 49"/>
            <p:cNvSpPr/>
            <p:nvPr userDrawn="1"/>
          </p:nvSpPr>
          <p:spPr>
            <a:xfrm>
              <a:off x="8098877" y="1346938"/>
              <a:ext cx="206923" cy="2069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이등변 삼각형 50"/>
            <p:cNvSpPr/>
            <p:nvPr userDrawn="1"/>
          </p:nvSpPr>
          <p:spPr>
            <a:xfrm rot="5400000">
              <a:off x="8170407" y="1418838"/>
              <a:ext cx="90000" cy="72986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2" name="모서리가 둥근 직사각형 51"/>
          <p:cNvSpPr/>
          <p:nvPr userDrawn="1"/>
        </p:nvSpPr>
        <p:spPr>
          <a:xfrm>
            <a:off x="7657974" y="1280662"/>
            <a:ext cx="1332000" cy="234000"/>
          </a:xfrm>
          <a:prstGeom prst="roundRect">
            <a:avLst>
              <a:gd name="adj" fmla="val 49231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우리학교 교과서 설정</a:t>
            </a:r>
          </a:p>
        </p:txBody>
      </p:sp>
      <p:sp>
        <p:nvSpPr>
          <p:cNvPr id="54" name="직사각형 53"/>
          <p:cNvSpPr/>
          <p:nvPr userDrawn="1"/>
        </p:nvSpPr>
        <p:spPr>
          <a:xfrm>
            <a:off x="5173863" y="1289146"/>
            <a:ext cx="243528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dirty="0">
                <a:latin typeface="+mn-ea"/>
                <a:ea typeface="+mn-ea"/>
              </a:rPr>
              <a:t>저장값이 버튼에 표시 안되는</a:t>
            </a:r>
            <a:r>
              <a:rPr lang="ko-KR" altLang="en-US" sz="1050" baseline="0" dirty="0">
                <a:latin typeface="+mn-ea"/>
                <a:ea typeface="+mn-ea"/>
              </a:rPr>
              <a:t> 경우</a:t>
            </a:r>
            <a:r>
              <a:rPr lang="ko-KR" altLang="en-US" sz="1050" dirty="0">
                <a:latin typeface="+mn-ea"/>
                <a:ea typeface="+mn-ea"/>
              </a:rPr>
              <a:t> </a:t>
            </a:r>
            <a:r>
              <a:rPr lang="en-US" altLang="ko-KR" sz="1050" dirty="0">
                <a:latin typeface="+mn-ea"/>
                <a:ea typeface="+mn-ea"/>
              </a:rPr>
              <a:t>:  </a:t>
            </a:r>
          </a:p>
        </p:txBody>
      </p:sp>
      <p:sp>
        <p:nvSpPr>
          <p:cNvPr id="55" name="직사각형 54"/>
          <p:cNvSpPr/>
          <p:nvPr userDrawn="1"/>
        </p:nvSpPr>
        <p:spPr>
          <a:xfrm>
            <a:off x="3036932" y="2931729"/>
            <a:ext cx="11624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컨트롤러 버튼</a:t>
            </a:r>
            <a:endParaRPr lang="en-US" altLang="ko-KR" sz="1200" dirty="0">
              <a:latin typeface="+mn-ea"/>
              <a:ea typeface="+mn-ea"/>
            </a:endParaRPr>
          </a:p>
        </p:txBody>
      </p:sp>
      <p:sp>
        <p:nvSpPr>
          <p:cNvPr id="56" name="직사각형 55"/>
          <p:cNvSpPr/>
          <p:nvPr userDrawn="1"/>
        </p:nvSpPr>
        <p:spPr>
          <a:xfrm>
            <a:off x="2991213" y="2979309"/>
            <a:ext cx="45719" cy="1818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모서리가 둥근 직사각형 56"/>
          <p:cNvSpPr/>
          <p:nvPr userDrawn="1"/>
        </p:nvSpPr>
        <p:spPr>
          <a:xfrm>
            <a:off x="2960683" y="1777096"/>
            <a:ext cx="900000" cy="238211"/>
          </a:xfrm>
          <a:prstGeom prst="roundRect">
            <a:avLst>
              <a:gd name="adj" fmla="val 1292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10800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소개영상</a:t>
            </a:r>
          </a:p>
        </p:txBody>
      </p:sp>
      <p:sp>
        <p:nvSpPr>
          <p:cNvPr id="58" name="이등변 삼각형 57"/>
          <p:cNvSpPr/>
          <p:nvPr userDrawn="1"/>
        </p:nvSpPr>
        <p:spPr>
          <a:xfrm rot="5400000">
            <a:off x="3143992" y="1867022"/>
            <a:ext cx="95250" cy="4571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모서리가 둥근 직사각형 58"/>
          <p:cNvSpPr/>
          <p:nvPr userDrawn="1"/>
        </p:nvSpPr>
        <p:spPr>
          <a:xfrm>
            <a:off x="2960683" y="2108765"/>
            <a:ext cx="900000" cy="238211"/>
          </a:xfrm>
          <a:prstGeom prst="roundRect">
            <a:avLst>
              <a:gd name="adj" fmla="val 1292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10800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찜하기</a:t>
            </a:r>
          </a:p>
        </p:txBody>
      </p:sp>
      <p:sp>
        <p:nvSpPr>
          <p:cNvPr id="60" name="하트 59"/>
          <p:cNvSpPr/>
          <p:nvPr userDrawn="1"/>
        </p:nvSpPr>
        <p:spPr>
          <a:xfrm>
            <a:off x="3179748" y="2183585"/>
            <a:ext cx="90000" cy="90000"/>
          </a:xfrm>
          <a:prstGeom prst="hear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모서리가 둥근 직사각형 60"/>
          <p:cNvSpPr/>
          <p:nvPr userDrawn="1"/>
        </p:nvSpPr>
        <p:spPr>
          <a:xfrm>
            <a:off x="3951283" y="2108765"/>
            <a:ext cx="900000" cy="238211"/>
          </a:xfrm>
          <a:prstGeom prst="roundRect">
            <a:avLst>
              <a:gd name="adj" fmla="val 12923"/>
            </a:avLst>
          </a:prstGeom>
          <a:solidFill>
            <a:schemeClr val="bg1">
              <a:lumMod val="95000"/>
            </a:schemeClr>
          </a:solidFill>
          <a:ln>
            <a:solidFill>
              <a:srgbClr val="FF2525"/>
            </a:solidFill>
          </a:ln>
          <a:effectLst/>
        </p:spPr>
        <p:txBody>
          <a:bodyPr lIns="10800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rgbClr val="FF0000"/>
                </a:solidFill>
                <a:latin typeface="+mn-ea"/>
              </a:rPr>
              <a:t>찜해제</a:t>
            </a:r>
          </a:p>
        </p:txBody>
      </p:sp>
      <p:sp>
        <p:nvSpPr>
          <p:cNvPr id="62" name="하트 61"/>
          <p:cNvSpPr/>
          <p:nvPr userDrawn="1"/>
        </p:nvSpPr>
        <p:spPr>
          <a:xfrm>
            <a:off x="4170348" y="2183585"/>
            <a:ext cx="90000" cy="90000"/>
          </a:xfrm>
          <a:prstGeom prst="heart">
            <a:avLst/>
          </a:prstGeom>
          <a:solidFill>
            <a:srgbClr val="E2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4" name="그림 6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813" y="1564275"/>
            <a:ext cx="240245" cy="240245"/>
          </a:xfrm>
          <a:prstGeom prst="rect">
            <a:avLst/>
          </a:prstGeom>
        </p:spPr>
      </p:pic>
      <p:sp>
        <p:nvSpPr>
          <p:cNvPr id="67" name="타원 66"/>
          <p:cNvSpPr/>
          <p:nvPr userDrawn="1"/>
        </p:nvSpPr>
        <p:spPr>
          <a:xfrm>
            <a:off x="3713207" y="3369085"/>
            <a:ext cx="510322" cy="5103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/>
          <p:cNvGrpSpPr/>
          <p:nvPr userDrawn="1"/>
        </p:nvGrpSpPr>
        <p:grpSpPr>
          <a:xfrm>
            <a:off x="3881733" y="3543399"/>
            <a:ext cx="160050" cy="180000"/>
            <a:chOff x="3900783" y="4128065"/>
            <a:chExt cx="160050" cy="180000"/>
          </a:xfrm>
        </p:grpSpPr>
        <p:sp>
          <p:nvSpPr>
            <p:cNvPr id="2" name="직사각형 1"/>
            <p:cNvSpPr/>
            <p:nvPr userDrawn="1"/>
          </p:nvSpPr>
          <p:spPr>
            <a:xfrm>
              <a:off x="3900783" y="4128065"/>
              <a:ext cx="64800" cy="18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/>
            <p:cNvSpPr/>
            <p:nvPr userDrawn="1"/>
          </p:nvSpPr>
          <p:spPr>
            <a:xfrm>
              <a:off x="3996033" y="4128065"/>
              <a:ext cx="64800" cy="18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0" name="모서리가 둥근 직사각형 69"/>
          <p:cNvSpPr/>
          <p:nvPr userDrawn="1"/>
        </p:nvSpPr>
        <p:spPr>
          <a:xfrm>
            <a:off x="357368" y="1974430"/>
            <a:ext cx="360000" cy="162000"/>
          </a:xfrm>
          <a:prstGeom prst="roundRect">
            <a:avLst>
              <a:gd name="adj" fmla="val 49231"/>
            </a:avLst>
          </a:prstGeom>
          <a:solidFill>
            <a:srgbClr val="00B0F0"/>
          </a:solidFill>
          <a:ln>
            <a:solidFill>
              <a:srgbClr val="00B0F0"/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>
                <a:solidFill>
                  <a:schemeClr val="bg1"/>
                </a:solidFill>
                <a:latin typeface="+mn-ea"/>
              </a:rPr>
              <a:t>국어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1" name="모서리가 둥근 직사각형 70"/>
          <p:cNvSpPr/>
          <p:nvPr userDrawn="1"/>
        </p:nvSpPr>
        <p:spPr>
          <a:xfrm>
            <a:off x="777251" y="1974430"/>
            <a:ext cx="360000" cy="162000"/>
          </a:xfrm>
          <a:prstGeom prst="roundRect">
            <a:avLst>
              <a:gd name="adj" fmla="val 49231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영어</a:t>
            </a:r>
          </a:p>
        </p:txBody>
      </p:sp>
      <p:sp>
        <p:nvSpPr>
          <p:cNvPr id="73" name="모서리가 둥근 직사각형 72"/>
          <p:cNvSpPr/>
          <p:nvPr userDrawn="1"/>
        </p:nvSpPr>
        <p:spPr>
          <a:xfrm>
            <a:off x="1197134" y="1974430"/>
            <a:ext cx="360000" cy="162000"/>
          </a:xfrm>
          <a:prstGeom prst="roundRect">
            <a:avLst>
              <a:gd name="adj" fmla="val 49231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수학</a:t>
            </a:r>
          </a:p>
        </p:txBody>
      </p:sp>
      <p:sp>
        <p:nvSpPr>
          <p:cNvPr id="74" name="모서리가 둥근 직사각형 73"/>
          <p:cNvSpPr/>
          <p:nvPr userDrawn="1"/>
        </p:nvSpPr>
        <p:spPr>
          <a:xfrm>
            <a:off x="1617017" y="1974430"/>
            <a:ext cx="360000" cy="162000"/>
          </a:xfrm>
          <a:prstGeom prst="roundRect">
            <a:avLst>
              <a:gd name="adj" fmla="val 49231"/>
            </a:avLst>
          </a:prstGeom>
          <a:solidFill>
            <a:srgbClr val="FFC000"/>
          </a:solidFill>
          <a:ln>
            <a:solidFill>
              <a:srgbClr val="FFC000"/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사회</a:t>
            </a:r>
          </a:p>
        </p:txBody>
      </p:sp>
      <p:sp>
        <p:nvSpPr>
          <p:cNvPr id="75" name="모서리가 둥근 직사각형 74"/>
          <p:cNvSpPr/>
          <p:nvPr userDrawn="1"/>
        </p:nvSpPr>
        <p:spPr>
          <a:xfrm>
            <a:off x="2036901" y="1974430"/>
            <a:ext cx="360000" cy="162000"/>
          </a:xfrm>
          <a:prstGeom prst="roundRect">
            <a:avLst>
              <a:gd name="adj" fmla="val 49231"/>
            </a:avLst>
          </a:prstGeom>
          <a:solidFill>
            <a:srgbClr val="7030A0"/>
          </a:solidFill>
          <a:ln>
            <a:solidFill>
              <a:srgbClr val="7030A0"/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과학</a:t>
            </a:r>
          </a:p>
        </p:txBody>
      </p:sp>
    </p:spTree>
    <p:extLst>
      <p:ext uri="{BB962C8B-B14F-4D97-AF65-F5344CB8AC3E}">
        <p14:creationId xmlns:p14="http://schemas.microsoft.com/office/powerpoint/2010/main" val="1374625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1077539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오늘의 학습</a:t>
            </a:r>
            <a:endParaRPr lang="en-US" altLang="ko-KR" sz="1300" dirty="0">
              <a:latin typeface="+mn-ea"/>
              <a:ea typeface="+mn-ea"/>
            </a:endParaRPr>
          </a:p>
        </p:txBody>
      </p:sp>
      <p:sp>
        <p:nvSpPr>
          <p:cNvPr id="121" name="모서리가 둥근 직사각형 120"/>
          <p:cNvSpPr/>
          <p:nvPr userDrawn="1"/>
        </p:nvSpPr>
        <p:spPr bwMode="auto">
          <a:xfrm>
            <a:off x="162493" y="703949"/>
            <a:ext cx="7005100" cy="437818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  <p:sp>
        <p:nvSpPr>
          <p:cNvPr id="122" name="내용 개체 틀 20"/>
          <p:cNvSpPr txBox="1">
            <a:spLocks/>
          </p:cNvSpPr>
          <p:nvPr userDrawn="1"/>
        </p:nvSpPr>
        <p:spPr>
          <a:xfrm>
            <a:off x="159583" y="707870"/>
            <a:ext cx="7012741" cy="360000"/>
          </a:xfrm>
          <a:prstGeom prst="rect">
            <a:avLst/>
          </a:prstGeom>
          <a:noFill/>
          <a:ln>
            <a:noFill/>
          </a:ln>
        </p:spPr>
        <p:txBody>
          <a:bodyPr lIns="2160000" tIns="36000" rIns="10800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300" dirty="0">
                <a:latin typeface="또또사랑 OTF Bold" panose="02020603020101020101" pitchFamily="18" charset="-127"/>
                <a:ea typeface="또또사랑 OTF Bold" panose="02020603020101020101" pitchFamily="18" charset="-127"/>
              </a:rPr>
              <a:t>오늘의 학습</a:t>
            </a:r>
          </a:p>
        </p:txBody>
      </p:sp>
      <p:grpSp>
        <p:nvGrpSpPr>
          <p:cNvPr id="125" name="그룹 124"/>
          <p:cNvGrpSpPr/>
          <p:nvPr userDrawn="1"/>
        </p:nvGrpSpPr>
        <p:grpSpPr>
          <a:xfrm>
            <a:off x="255602" y="745001"/>
            <a:ext cx="1185409" cy="234848"/>
            <a:chOff x="262592" y="758070"/>
            <a:chExt cx="1274266" cy="252452"/>
          </a:xfrm>
        </p:grpSpPr>
        <p:grpSp>
          <p:nvGrpSpPr>
            <p:cNvPr id="126" name="그룹 125"/>
            <p:cNvGrpSpPr/>
            <p:nvPr/>
          </p:nvGrpSpPr>
          <p:grpSpPr>
            <a:xfrm>
              <a:off x="262592" y="758070"/>
              <a:ext cx="842387" cy="252452"/>
              <a:chOff x="4693766" y="3343219"/>
              <a:chExt cx="838496" cy="251286"/>
            </a:xfrm>
          </p:grpSpPr>
          <p:pic>
            <p:nvPicPr>
              <p:cNvPr id="128" name="그림 1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3010"/>
              <a:stretch/>
            </p:blipFill>
            <p:spPr>
              <a:xfrm>
                <a:off x="4693766" y="3366724"/>
                <a:ext cx="838496" cy="227781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129" name="직사각형 128"/>
              <p:cNvSpPr/>
              <p:nvPr/>
            </p:nvSpPr>
            <p:spPr>
              <a:xfrm>
                <a:off x="4693766" y="3343219"/>
                <a:ext cx="409575" cy="952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7" name="내용 개체 틀 20"/>
            <p:cNvSpPr txBox="1">
              <a:spLocks/>
            </p:cNvSpPr>
            <p:nvPr/>
          </p:nvSpPr>
          <p:spPr>
            <a:xfrm>
              <a:off x="1054467" y="856649"/>
              <a:ext cx="482391" cy="128246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800" b="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b="1" dirty="0">
                  <a:latin typeface="또또사랑 OTF Bold" panose="02020603020101020101" pitchFamily="18" charset="-127"/>
                  <a:ea typeface="또또사랑 OTF Bold" panose="02020603020101020101" pitchFamily="18" charset="-127"/>
                </a:rPr>
                <a:t>중학</a:t>
              </a:r>
            </a:p>
          </p:txBody>
        </p:sp>
      </p:grpSp>
      <p:sp>
        <p:nvSpPr>
          <p:cNvPr id="131" name="내용 개체 틀 20"/>
          <p:cNvSpPr txBox="1">
            <a:spLocks/>
          </p:cNvSpPr>
          <p:nvPr userDrawn="1"/>
        </p:nvSpPr>
        <p:spPr>
          <a:xfrm>
            <a:off x="238239" y="1460889"/>
            <a:ext cx="1924839" cy="846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12700" dist="25400" dir="5400000" algn="t" rotWithShape="0">
              <a:schemeClr val="tx1">
                <a:lumMod val="65000"/>
                <a:lumOff val="35000"/>
                <a:alpha val="29000"/>
              </a:schemeClr>
            </a:outerShdw>
          </a:effectLst>
        </p:spPr>
        <p:txBody>
          <a:bodyPr lIns="72000" tIns="126000" anchor="t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</a:t>
            </a:r>
            <a:r>
              <a:rPr lang="ko-KR" altLang="en-US" sz="900" b="1" dirty="0"/>
              <a:t>나의 누적 학습현황</a:t>
            </a:r>
            <a:endParaRPr lang="en-US" altLang="ko-KR" sz="900" b="1" dirty="0"/>
          </a:p>
          <a:p>
            <a:r>
              <a:rPr lang="ko-KR" altLang="en-US" sz="900" dirty="0"/>
              <a:t>총 수강 강의 </a:t>
            </a:r>
            <a:r>
              <a:rPr lang="en-US" altLang="ko-KR" sz="900" dirty="0"/>
              <a:t>:</a:t>
            </a:r>
            <a:r>
              <a:rPr lang="ko-KR" altLang="en-US" sz="900" dirty="0"/>
              <a:t>            </a:t>
            </a:r>
            <a:r>
              <a:rPr lang="en-US" altLang="ko-KR" sz="900" b="1" dirty="0"/>
              <a:t>6</a:t>
            </a:r>
            <a:r>
              <a:rPr lang="ko-KR" altLang="en-US" sz="900" b="1" dirty="0"/>
              <a:t>강</a:t>
            </a:r>
            <a:r>
              <a:rPr lang="en-US" altLang="ko-KR" sz="900" b="1" spc="300" dirty="0"/>
              <a:t>/</a:t>
            </a:r>
            <a:r>
              <a:rPr lang="en-US" altLang="ko-KR" sz="900" b="1" dirty="0"/>
              <a:t>12</a:t>
            </a:r>
            <a:r>
              <a:rPr lang="ko-KR" altLang="en-US" sz="900" b="1" dirty="0"/>
              <a:t>강</a:t>
            </a:r>
            <a:endParaRPr lang="en-US" altLang="ko-KR" sz="900" b="1" dirty="0"/>
          </a:p>
          <a:p>
            <a:r>
              <a:rPr lang="ko-KR" altLang="en-US" sz="900" dirty="0"/>
              <a:t>총 학습 시간 </a:t>
            </a:r>
            <a:r>
              <a:rPr lang="en-US" altLang="ko-KR" sz="900" dirty="0"/>
              <a:t>:</a:t>
            </a:r>
            <a:r>
              <a:rPr lang="ko-KR" altLang="en-US" sz="900" dirty="0"/>
              <a:t>           </a:t>
            </a:r>
            <a:r>
              <a:rPr lang="en-US" altLang="ko-KR" sz="900" b="1" dirty="0"/>
              <a:t>3</a:t>
            </a:r>
            <a:r>
              <a:rPr lang="ko-KR" altLang="en-US" sz="900" b="1" dirty="0"/>
              <a:t>시간 </a:t>
            </a:r>
            <a:r>
              <a:rPr lang="en-US" altLang="ko-KR" sz="900" b="1" dirty="0"/>
              <a:t>50</a:t>
            </a:r>
            <a:r>
              <a:rPr lang="ko-KR" altLang="en-US" sz="900" b="1" dirty="0"/>
              <a:t>분</a:t>
            </a:r>
          </a:p>
        </p:txBody>
      </p:sp>
      <p:cxnSp>
        <p:nvCxnSpPr>
          <p:cNvPr id="132" name="직선 연결선 131"/>
          <p:cNvCxnSpPr/>
          <p:nvPr userDrawn="1"/>
        </p:nvCxnSpPr>
        <p:spPr>
          <a:xfrm>
            <a:off x="238239" y="2025412"/>
            <a:ext cx="192483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그룹 132"/>
          <p:cNvGrpSpPr/>
          <p:nvPr userDrawn="1"/>
        </p:nvGrpSpPr>
        <p:grpSpPr>
          <a:xfrm>
            <a:off x="193793" y="1515919"/>
            <a:ext cx="486413" cy="257216"/>
            <a:chOff x="309095" y="1132979"/>
            <a:chExt cx="486413" cy="257216"/>
          </a:xfrm>
        </p:grpSpPr>
        <p:sp>
          <p:nvSpPr>
            <p:cNvPr id="134" name="타원 133"/>
            <p:cNvSpPr/>
            <p:nvPr userDrawn="1"/>
          </p:nvSpPr>
          <p:spPr>
            <a:xfrm>
              <a:off x="412635" y="1132979"/>
              <a:ext cx="257216" cy="2572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5" name="직사각형 134"/>
            <p:cNvSpPr/>
            <p:nvPr userDrawn="1"/>
          </p:nvSpPr>
          <p:spPr>
            <a:xfrm>
              <a:off x="309095" y="1168524"/>
              <a:ext cx="486413" cy="200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kern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n-ea"/>
                  <a:cs typeface="+mn-cs"/>
                </a:rPr>
                <a:t>icon</a:t>
              </a:r>
              <a:endParaRPr lang="ko-KR" altLang="en-US" sz="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n-ea"/>
                <a:cs typeface="+mn-cs"/>
              </a:endParaRPr>
            </a:p>
          </p:txBody>
        </p:sp>
      </p:grpSp>
      <p:sp>
        <p:nvSpPr>
          <p:cNvPr id="141" name="내용 개체 틀 20"/>
          <p:cNvSpPr txBox="1">
            <a:spLocks/>
          </p:cNvSpPr>
          <p:nvPr userDrawn="1"/>
        </p:nvSpPr>
        <p:spPr>
          <a:xfrm>
            <a:off x="238240" y="2336036"/>
            <a:ext cx="1919764" cy="12674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12700" dist="25400" dir="5400000" algn="t" rotWithShape="0">
              <a:schemeClr val="tx1">
                <a:lumMod val="65000"/>
                <a:lumOff val="35000"/>
                <a:alpha val="29000"/>
              </a:schemeClr>
            </a:outerShdw>
          </a:effectLst>
        </p:spPr>
        <p:txBody>
          <a:bodyPr lIns="72000" tIns="126000" anchor="t"/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Tx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sz="900" dirty="0">
                <a:solidFill>
                  <a:schemeClr val="tx1"/>
                </a:solidFill>
              </a:rPr>
              <a:t>       </a:t>
            </a:r>
            <a:r>
              <a:rPr lang="ko-KR" altLang="en-US" sz="900" b="1" dirty="0">
                <a:solidFill>
                  <a:schemeClr val="tx1"/>
                </a:solidFill>
              </a:rPr>
              <a:t>전체메뉴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42" name="내용 개체 틀 20"/>
          <p:cNvSpPr txBox="1">
            <a:spLocks/>
          </p:cNvSpPr>
          <p:nvPr userDrawn="1"/>
        </p:nvSpPr>
        <p:spPr>
          <a:xfrm>
            <a:off x="238239" y="3639063"/>
            <a:ext cx="1924839" cy="132525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12700" dist="25400" dir="5400000" algn="t" rotWithShape="0">
              <a:schemeClr val="tx1">
                <a:lumMod val="65000"/>
                <a:lumOff val="35000"/>
                <a:alpha val="29000"/>
              </a:schemeClr>
            </a:outerShdw>
          </a:effectLst>
        </p:spPr>
        <p:txBody>
          <a:bodyPr lIns="72000" tIns="126000" anchor="t"/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Tx/>
              <a:buNone/>
              <a:defRPr sz="900" b="0">
                <a:latin typeface="+mn-ea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dirty="0"/>
              <a:t>        </a:t>
            </a:r>
            <a:r>
              <a:rPr lang="ko-KR" altLang="en-US" b="1" dirty="0"/>
              <a:t>나의 </a:t>
            </a:r>
            <a:r>
              <a:rPr lang="en-US" altLang="ko-KR" b="1" dirty="0"/>
              <a:t>Q&amp;A</a:t>
            </a:r>
          </a:p>
          <a:p>
            <a:pPr>
              <a:lnSpc>
                <a:spcPct val="110000"/>
              </a:lnSpc>
            </a:pPr>
            <a:r>
              <a:rPr lang="en-US" altLang="ko-KR" dirty="0"/>
              <a:t>Q.</a:t>
            </a:r>
            <a:r>
              <a:rPr lang="ko-KR" altLang="en-US" dirty="0"/>
              <a:t>선생님</a:t>
            </a:r>
            <a:r>
              <a:rPr lang="en-US" altLang="ko-KR" dirty="0"/>
              <a:t>! 2</a:t>
            </a:r>
            <a:r>
              <a:rPr lang="ko-KR" altLang="en-US" dirty="0"/>
              <a:t>강 관형사와 접두사 궁금해요</a:t>
            </a:r>
            <a:r>
              <a:rPr lang="en-US" altLang="ko-KR" dirty="0"/>
              <a:t>!</a:t>
            </a:r>
          </a:p>
          <a:p>
            <a:endParaRPr lang="en-US" altLang="ko-KR" dirty="0"/>
          </a:p>
        </p:txBody>
      </p:sp>
      <p:sp>
        <p:nvSpPr>
          <p:cNvPr id="143" name="직사각형 142"/>
          <p:cNvSpPr/>
          <p:nvPr userDrawn="1"/>
        </p:nvSpPr>
        <p:spPr>
          <a:xfrm>
            <a:off x="1157408" y="4748038"/>
            <a:ext cx="1000595" cy="2162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2020-07-07 12:00</a:t>
            </a:r>
          </a:p>
        </p:txBody>
      </p:sp>
      <p:sp>
        <p:nvSpPr>
          <p:cNvPr id="144" name="내용 개체 틀 20"/>
          <p:cNvSpPr txBox="1">
            <a:spLocks/>
          </p:cNvSpPr>
          <p:nvPr userDrawn="1"/>
        </p:nvSpPr>
        <p:spPr>
          <a:xfrm>
            <a:off x="238239" y="4988716"/>
            <a:ext cx="1924839" cy="3791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72000" tIns="126000" anchor="t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</a:t>
            </a:r>
            <a:endParaRPr lang="ko-KR" altLang="en-US" sz="1050" b="1" dirty="0"/>
          </a:p>
        </p:txBody>
      </p:sp>
      <p:sp>
        <p:nvSpPr>
          <p:cNvPr id="145" name="직사각형 144"/>
          <p:cNvSpPr/>
          <p:nvPr userDrawn="1"/>
        </p:nvSpPr>
        <p:spPr>
          <a:xfrm>
            <a:off x="238239" y="4323182"/>
            <a:ext cx="1919764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접두사는 붙여쓰고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관형사는 띄어 씁니다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국어교과서 내신 특강을 참고하세요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grpSp>
        <p:nvGrpSpPr>
          <p:cNvPr id="152" name="그룹 151"/>
          <p:cNvGrpSpPr/>
          <p:nvPr userDrawn="1"/>
        </p:nvGrpSpPr>
        <p:grpSpPr>
          <a:xfrm>
            <a:off x="193793" y="2376683"/>
            <a:ext cx="486413" cy="257216"/>
            <a:chOff x="309095" y="1132979"/>
            <a:chExt cx="486413" cy="257216"/>
          </a:xfrm>
        </p:grpSpPr>
        <p:sp>
          <p:nvSpPr>
            <p:cNvPr id="153" name="타원 152"/>
            <p:cNvSpPr/>
            <p:nvPr userDrawn="1"/>
          </p:nvSpPr>
          <p:spPr>
            <a:xfrm>
              <a:off x="412635" y="1132979"/>
              <a:ext cx="257216" cy="2572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4" name="직사각형 153"/>
            <p:cNvSpPr/>
            <p:nvPr userDrawn="1"/>
          </p:nvSpPr>
          <p:spPr>
            <a:xfrm>
              <a:off x="309095" y="1168524"/>
              <a:ext cx="486413" cy="200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kern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n-ea"/>
                  <a:cs typeface="+mn-cs"/>
                </a:rPr>
                <a:t>icon</a:t>
              </a:r>
              <a:endParaRPr lang="ko-KR" altLang="en-US" sz="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n-ea"/>
                <a:cs typeface="+mn-cs"/>
              </a:endParaRPr>
            </a:p>
          </p:txBody>
        </p:sp>
      </p:grpSp>
      <p:grpSp>
        <p:nvGrpSpPr>
          <p:cNvPr id="155" name="그룹 154"/>
          <p:cNvGrpSpPr/>
          <p:nvPr userDrawn="1"/>
        </p:nvGrpSpPr>
        <p:grpSpPr>
          <a:xfrm>
            <a:off x="193793" y="3700555"/>
            <a:ext cx="486413" cy="257216"/>
            <a:chOff x="309095" y="1132979"/>
            <a:chExt cx="486413" cy="257216"/>
          </a:xfrm>
        </p:grpSpPr>
        <p:sp>
          <p:nvSpPr>
            <p:cNvPr id="156" name="타원 155"/>
            <p:cNvSpPr/>
            <p:nvPr userDrawn="1"/>
          </p:nvSpPr>
          <p:spPr>
            <a:xfrm>
              <a:off x="412635" y="1132979"/>
              <a:ext cx="257216" cy="2572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7" name="직사각형 156"/>
            <p:cNvSpPr/>
            <p:nvPr userDrawn="1"/>
          </p:nvSpPr>
          <p:spPr>
            <a:xfrm>
              <a:off x="309095" y="1168524"/>
              <a:ext cx="486413" cy="200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kern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n-ea"/>
                  <a:cs typeface="+mn-cs"/>
                </a:rPr>
                <a:t>icon</a:t>
              </a:r>
              <a:endParaRPr lang="ko-KR" altLang="en-US" sz="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n-ea"/>
                <a:cs typeface="+mn-cs"/>
              </a:endParaRPr>
            </a:p>
          </p:txBody>
        </p:sp>
      </p:grpSp>
      <p:sp>
        <p:nvSpPr>
          <p:cNvPr id="160" name="모서리가 둥근 직사각형 159"/>
          <p:cNvSpPr/>
          <p:nvPr userDrawn="1"/>
        </p:nvSpPr>
        <p:spPr>
          <a:xfrm>
            <a:off x="2321240" y="1673103"/>
            <a:ext cx="1917385" cy="1598933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72000" rtlCol="0" anchor="t"/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ko-KR" altLang="en-US" sz="950" b="0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단원명</a:t>
            </a:r>
            <a:endParaRPr lang="en-US" altLang="ko-KR" sz="950" b="0" kern="1200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  <a:p>
            <a:pPr>
              <a:lnSpc>
                <a:spcPct val="120000"/>
              </a:lnSpc>
            </a:pPr>
            <a:endParaRPr lang="en-US" altLang="ko-KR" sz="3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N</a:t>
            </a:r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차시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강의명강의명강의명강의</a:t>
            </a:r>
            <a:endParaRPr lang="en-US" altLang="ko-KR" sz="9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명강의명강의명강의명강강의명강의명강의명강의명강의명강의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…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재생시간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: 1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분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 / </a:t>
            </a:r>
            <a:r>
              <a:rPr lang="en-US" altLang="ko-KR" sz="800" spc="0" baseline="0" dirty="0">
                <a:solidFill>
                  <a:schemeClr val="tx1"/>
                </a:solidFill>
                <a:latin typeface="+mn-ea"/>
              </a:rPr>
              <a:t> 29</a:t>
            </a:r>
            <a:r>
              <a:rPr lang="ko-KR" altLang="en-US" sz="800" spc="0" baseline="0" dirty="0">
                <a:solidFill>
                  <a:schemeClr val="tx1"/>
                </a:solidFill>
                <a:latin typeface="+mn-ea"/>
              </a:rPr>
              <a:t>분</a:t>
            </a:r>
            <a:endParaRPr lang="en-US" altLang="ko-KR" sz="8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             </a:t>
            </a:r>
          </a:p>
        </p:txBody>
      </p:sp>
      <p:sp>
        <p:nvSpPr>
          <p:cNvPr id="161" name="직사각형 160"/>
          <p:cNvSpPr/>
          <p:nvPr userDrawn="1"/>
        </p:nvSpPr>
        <p:spPr>
          <a:xfrm>
            <a:off x="2321240" y="1460889"/>
            <a:ext cx="1917385" cy="25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SMART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카테고리명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2361969" y="2908563"/>
            <a:ext cx="403727" cy="333525"/>
            <a:chOff x="2437860" y="3579640"/>
            <a:chExt cx="403727" cy="333525"/>
          </a:xfrm>
        </p:grpSpPr>
        <p:sp>
          <p:nvSpPr>
            <p:cNvPr id="168" name="타원 167"/>
            <p:cNvSpPr/>
            <p:nvPr userDrawn="1"/>
          </p:nvSpPr>
          <p:spPr>
            <a:xfrm>
              <a:off x="2465956" y="3579640"/>
              <a:ext cx="324000" cy="32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" name="직사각형 1"/>
            <p:cNvSpPr/>
            <p:nvPr userDrawn="1"/>
          </p:nvSpPr>
          <p:spPr>
            <a:xfrm>
              <a:off x="2611148" y="3583455"/>
              <a:ext cx="201864" cy="3297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타원 171"/>
            <p:cNvSpPr/>
            <p:nvPr userDrawn="1"/>
          </p:nvSpPr>
          <p:spPr>
            <a:xfrm>
              <a:off x="2503576" y="3615722"/>
              <a:ext cx="252000" cy="25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3" name="직사각형 172"/>
            <p:cNvSpPr/>
            <p:nvPr userDrawn="1"/>
          </p:nvSpPr>
          <p:spPr>
            <a:xfrm>
              <a:off x="2437860" y="3658221"/>
              <a:ext cx="403727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</a:rPr>
                <a:t>image</a:t>
              </a:r>
              <a:endParaRPr lang="ko-KR" altLang="en-US" sz="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endParaRPr>
            </a:p>
          </p:txBody>
        </p:sp>
      </p:grpSp>
      <p:sp>
        <p:nvSpPr>
          <p:cNvPr id="174" name="직사각형 173"/>
          <p:cNvSpPr/>
          <p:nvPr userDrawn="1"/>
        </p:nvSpPr>
        <p:spPr>
          <a:xfrm>
            <a:off x="2656775" y="2899524"/>
            <a:ext cx="1008268" cy="363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800" b="1" dirty="0">
                <a:latin typeface="+mn-ea"/>
              </a:rPr>
              <a:t>과목명</a:t>
            </a:r>
            <a:endParaRPr lang="en-US" altLang="ko-KR" sz="800" b="1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ko-KR" altLang="en-US" sz="800" b="0" dirty="0">
                <a:latin typeface="+mn-ea"/>
              </a:rPr>
              <a:t>선생님명</a:t>
            </a:r>
            <a:endParaRPr lang="ko-KR" altLang="en-US" sz="800" b="0" dirty="0"/>
          </a:p>
        </p:txBody>
      </p:sp>
      <p:grpSp>
        <p:nvGrpSpPr>
          <p:cNvPr id="191" name="그룹 190"/>
          <p:cNvGrpSpPr/>
          <p:nvPr userDrawn="1"/>
        </p:nvGrpSpPr>
        <p:grpSpPr>
          <a:xfrm>
            <a:off x="297330" y="2711783"/>
            <a:ext cx="1764000" cy="252000"/>
            <a:chOff x="297331" y="2597483"/>
            <a:chExt cx="1484447" cy="216000"/>
          </a:xfrm>
          <a:solidFill>
            <a:schemeClr val="bg1">
              <a:lumMod val="75000"/>
            </a:schemeClr>
          </a:solidFill>
          <a:effectLst/>
        </p:grpSpPr>
        <p:sp>
          <p:nvSpPr>
            <p:cNvPr id="188" name="모서리가 둥근 직사각형 187"/>
            <p:cNvSpPr/>
            <p:nvPr userDrawn="1"/>
          </p:nvSpPr>
          <p:spPr>
            <a:xfrm>
              <a:off x="297331" y="2597483"/>
              <a:ext cx="720000" cy="216000"/>
            </a:xfrm>
            <a:prstGeom prst="roundRect">
              <a:avLst>
                <a:gd name="adj" fmla="val 12923"/>
              </a:avLst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txBody>
            <a:bodyPr lIns="0" tIns="18000" rIns="0" bIns="0" anchor="ctr"/>
            <a:lstStyle/>
            <a:p>
              <a:pPr lvl="0" indent="0" algn="ctr" defTabSz="914400" latinLnBrk="1">
                <a:lnSpc>
                  <a:spcPct val="90000"/>
                </a:lnSpc>
                <a:spcBef>
                  <a:spcPts val="1000"/>
                </a:spcBef>
                <a:buFontTx/>
                <a:buNone/>
              </a:pPr>
              <a:r>
                <a:rPr lang="ko-KR" altLang="en-US" sz="800" b="0" dirty="0">
                  <a:solidFill>
                    <a:schemeClr val="tx1"/>
                  </a:solidFill>
                  <a:latin typeface="+mn-ea"/>
                </a:rPr>
                <a:t>나의 학습현황</a:t>
              </a:r>
            </a:p>
          </p:txBody>
        </p:sp>
        <p:sp>
          <p:nvSpPr>
            <p:cNvPr id="189" name="모서리가 둥근 직사각형 188"/>
            <p:cNvSpPr/>
            <p:nvPr userDrawn="1"/>
          </p:nvSpPr>
          <p:spPr>
            <a:xfrm>
              <a:off x="1061778" y="2597483"/>
              <a:ext cx="720000" cy="216000"/>
            </a:xfrm>
            <a:prstGeom prst="roundRect">
              <a:avLst>
                <a:gd name="adj" fmla="val 12923"/>
              </a:avLst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txBody>
            <a:bodyPr lIns="0" tIns="18000" rIns="0" bIns="0" anchor="ctr"/>
            <a:lstStyle/>
            <a:p>
              <a:pPr lvl="0" indent="0" algn="ctr" defTabSz="914400" latinLnBrk="1">
                <a:lnSpc>
                  <a:spcPct val="90000"/>
                </a:lnSpc>
                <a:spcBef>
                  <a:spcPts val="1000"/>
                </a:spcBef>
                <a:buFontTx/>
                <a:buNone/>
              </a:pPr>
              <a:r>
                <a:rPr lang="ko-KR" altLang="en-US" sz="800" b="0" dirty="0">
                  <a:solidFill>
                    <a:schemeClr val="tx1"/>
                  </a:solidFill>
                  <a:latin typeface="+mn-ea"/>
                </a:rPr>
                <a:t>수강중인 강좌</a:t>
              </a:r>
            </a:p>
          </p:txBody>
        </p:sp>
      </p:grpSp>
      <p:grpSp>
        <p:nvGrpSpPr>
          <p:cNvPr id="192" name="그룹 191"/>
          <p:cNvGrpSpPr/>
          <p:nvPr userDrawn="1"/>
        </p:nvGrpSpPr>
        <p:grpSpPr>
          <a:xfrm>
            <a:off x="297330" y="2997533"/>
            <a:ext cx="1764000" cy="252000"/>
            <a:chOff x="297331" y="2597483"/>
            <a:chExt cx="1484447" cy="216000"/>
          </a:xfrm>
          <a:solidFill>
            <a:schemeClr val="bg1">
              <a:lumMod val="75000"/>
            </a:schemeClr>
          </a:solidFill>
          <a:effectLst/>
        </p:grpSpPr>
        <p:sp>
          <p:nvSpPr>
            <p:cNvPr id="193" name="모서리가 둥근 직사각형 192"/>
            <p:cNvSpPr/>
            <p:nvPr userDrawn="1"/>
          </p:nvSpPr>
          <p:spPr>
            <a:xfrm>
              <a:off x="297331" y="2597483"/>
              <a:ext cx="720000" cy="216000"/>
            </a:xfrm>
            <a:prstGeom prst="roundRect">
              <a:avLst>
                <a:gd name="adj" fmla="val 12923"/>
              </a:avLst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txBody>
            <a:bodyPr lIns="0" tIns="18000" rIns="0" bIns="0" anchor="ctr"/>
            <a:lstStyle/>
            <a:p>
              <a:pPr lvl="0" indent="0" algn="ctr" defTabSz="914400" latinLnBrk="1">
                <a:lnSpc>
                  <a:spcPct val="90000"/>
                </a:lnSpc>
                <a:spcBef>
                  <a:spcPts val="1000"/>
                </a:spcBef>
                <a:buFontTx/>
                <a:buNone/>
              </a:pPr>
              <a:r>
                <a:rPr lang="en-US" altLang="ko-KR" sz="800" b="0" dirty="0">
                  <a:solidFill>
                    <a:schemeClr val="tx1"/>
                  </a:solidFill>
                  <a:latin typeface="+mn-ea"/>
                </a:rPr>
                <a:t>SMART</a:t>
              </a:r>
              <a:r>
                <a:rPr lang="ko-KR" altLang="en-US" sz="800" b="0" dirty="0">
                  <a:solidFill>
                    <a:schemeClr val="tx1"/>
                  </a:solidFill>
                  <a:latin typeface="+mn-ea"/>
                </a:rPr>
                <a:t>내신</a:t>
              </a:r>
            </a:p>
          </p:txBody>
        </p:sp>
        <p:sp>
          <p:nvSpPr>
            <p:cNvPr id="194" name="모서리가 둥근 직사각형 193"/>
            <p:cNvSpPr/>
            <p:nvPr userDrawn="1"/>
          </p:nvSpPr>
          <p:spPr>
            <a:xfrm>
              <a:off x="1061778" y="2597483"/>
              <a:ext cx="720000" cy="216000"/>
            </a:xfrm>
            <a:prstGeom prst="roundRect">
              <a:avLst>
                <a:gd name="adj" fmla="val 12923"/>
              </a:avLst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txBody>
            <a:bodyPr lIns="0" tIns="18000" rIns="0" bIns="0" anchor="ctr"/>
            <a:lstStyle/>
            <a:p>
              <a:pPr lvl="0" indent="0" algn="ctr" defTabSz="914400" latinLnBrk="1">
                <a:lnSpc>
                  <a:spcPct val="90000"/>
                </a:lnSpc>
                <a:spcBef>
                  <a:spcPts val="1000"/>
                </a:spcBef>
                <a:buFontTx/>
                <a:buNone/>
              </a:pPr>
              <a:r>
                <a:rPr lang="ko-KR" altLang="en-US" sz="800" b="0" dirty="0">
                  <a:solidFill>
                    <a:schemeClr val="tx1"/>
                  </a:solidFill>
                  <a:latin typeface="+mn-ea"/>
                </a:rPr>
                <a:t>대치</a:t>
              </a:r>
              <a:r>
                <a:rPr lang="en-US" altLang="ko-KR" sz="800" b="0" dirty="0">
                  <a:solidFill>
                    <a:schemeClr val="tx1"/>
                  </a:solidFill>
                  <a:latin typeface="+mn-ea"/>
                </a:rPr>
                <a:t>TOP</a:t>
              </a:r>
              <a:endParaRPr lang="ko-KR" altLang="en-US" sz="800" b="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95" name="그룹 194"/>
          <p:cNvGrpSpPr/>
          <p:nvPr userDrawn="1"/>
        </p:nvGrpSpPr>
        <p:grpSpPr>
          <a:xfrm>
            <a:off x="297330" y="3283283"/>
            <a:ext cx="1764000" cy="252000"/>
            <a:chOff x="297331" y="2597483"/>
            <a:chExt cx="1484447" cy="216000"/>
          </a:xfrm>
          <a:solidFill>
            <a:schemeClr val="bg1">
              <a:lumMod val="75000"/>
            </a:schemeClr>
          </a:solidFill>
          <a:effectLst/>
        </p:grpSpPr>
        <p:sp>
          <p:nvSpPr>
            <p:cNvPr id="196" name="모서리가 둥근 직사각형 195"/>
            <p:cNvSpPr/>
            <p:nvPr userDrawn="1"/>
          </p:nvSpPr>
          <p:spPr>
            <a:xfrm>
              <a:off x="297331" y="2597483"/>
              <a:ext cx="720000" cy="216000"/>
            </a:xfrm>
            <a:prstGeom prst="roundRect">
              <a:avLst>
                <a:gd name="adj" fmla="val 12923"/>
              </a:avLst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txBody>
            <a:bodyPr lIns="0" tIns="18000" rIns="0" bIns="0" anchor="ctr"/>
            <a:lstStyle/>
            <a:p>
              <a:pPr algn="ctr" defTabSz="914400" latinLnBrk="1">
                <a:lnSpc>
                  <a:spcPct val="90000"/>
                </a:lnSpc>
                <a:spcBef>
                  <a:spcPts val="1000"/>
                </a:spcBef>
              </a:pPr>
              <a:r>
                <a:rPr lang="en-US" altLang="ko-KR" sz="800" dirty="0">
                  <a:latin typeface="+mn-ea"/>
                </a:rPr>
                <a:t>TEST</a:t>
              </a:r>
              <a:r>
                <a:rPr lang="ko-KR" altLang="en-US" sz="800" dirty="0">
                  <a:latin typeface="+mn-ea"/>
                </a:rPr>
                <a:t>라운지</a:t>
              </a:r>
            </a:p>
          </p:txBody>
        </p:sp>
        <p:sp>
          <p:nvSpPr>
            <p:cNvPr id="197" name="모서리가 둥근 직사각형 196"/>
            <p:cNvSpPr/>
            <p:nvPr userDrawn="1"/>
          </p:nvSpPr>
          <p:spPr>
            <a:xfrm>
              <a:off x="1061778" y="2597483"/>
              <a:ext cx="720000" cy="216000"/>
            </a:xfrm>
            <a:prstGeom prst="roundRect">
              <a:avLst>
                <a:gd name="adj" fmla="val 12923"/>
              </a:avLst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txBody>
            <a:bodyPr lIns="0" tIns="18000" rIns="0" bIns="0" anchor="ctr"/>
            <a:lstStyle/>
            <a:p>
              <a:pPr algn="ctr" defTabSz="914400" latinLnBrk="1">
                <a:lnSpc>
                  <a:spcPct val="90000"/>
                </a:lnSpc>
                <a:spcBef>
                  <a:spcPts val="1000"/>
                </a:spcBef>
              </a:pPr>
              <a:r>
                <a:rPr lang="ko-KR" altLang="en-US" sz="800" dirty="0">
                  <a:latin typeface="+mn-ea"/>
                </a:rPr>
                <a:t>같이라운지</a:t>
              </a:r>
            </a:p>
          </p:txBody>
        </p:sp>
      </p:grpSp>
      <p:graphicFrame>
        <p:nvGraphicFramePr>
          <p:cNvPr id="198" name="표 19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48887611"/>
              </p:ext>
            </p:extLst>
          </p:nvPr>
        </p:nvGraphicFramePr>
        <p:xfrm>
          <a:off x="163995" y="1106055"/>
          <a:ext cx="7003599" cy="270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855">
                  <a:extLst>
                    <a:ext uri="{9D8B030D-6E8A-4147-A177-3AD203B41FA5}">
                      <a16:colId xmlns:a16="http://schemas.microsoft.com/office/drawing/2014/main" val="3859713607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82203146"/>
                    </a:ext>
                  </a:extLst>
                </a:gridCol>
                <a:gridCol w="604869">
                  <a:extLst>
                    <a:ext uri="{9D8B030D-6E8A-4147-A177-3AD203B41FA5}">
                      <a16:colId xmlns:a16="http://schemas.microsoft.com/office/drawing/2014/main" val="3094867245"/>
                    </a:ext>
                  </a:extLst>
                </a:gridCol>
              </a:tblGrid>
              <a:tr h="27089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2020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010634"/>
                  </a:ext>
                </a:extLst>
              </a:tr>
            </a:tbl>
          </a:graphicData>
        </a:graphic>
      </p:graphicFrame>
      <p:sp>
        <p:nvSpPr>
          <p:cNvPr id="200" name="직사각형 199"/>
          <p:cNvSpPr/>
          <p:nvPr userDrawn="1"/>
        </p:nvSpPr>
        <p:spPr>
          <a:xfrm>
            <a:off x="2990076" y="805406"/>
            <a:ext cx="150233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계획 강의가 </a:t>
            </a:r>
            <a:r>
              <a:rPr lang="en-US" altLang="ko-KR" sz="800" dirty="0">
                <a:latin typeface="+mn-ea"/>
                <a:ea typeface="+mn-ea"/>
              </a:rPr>
              <a:t>6</a:t>
            </a:r>
            <a:r>
              <a:rPr lang="ko-KR" altLang="en-US" sz="800" dirty="0">
                <a:latin typeface="+mn-ea"/>
                <a:ea typeface="+mn-ea"/>
              </a:rPr>
              <a:t>차수 있습니다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03" name="타원 202"/>
          <p:cNvSpPr/>
          <p:nvPr userDrawn="1"/>
        </p:nvSpPr>
        <p:spPr>
          <a:xfrm>
            <a:off x="2321356" y="1071935"/>
            <a:ext cx="288000" cy="288000"/>
          </a:xfrm>
          <a:prstGeom prst="ellipse">
            <a:avLst/>
          </a:prstGeom>
          <a:solidFill>
            <a:srgbClr val="FF25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직사각형 204"/>
          <p:cNvSpPr/>
          <p:nvPr userDrawn="1"/>
        </p:nvSpPr>
        <p:spPr>
          <a:xfrm>
            <a:off x="2283332" y="1102195"/>
            <a:ext cx="5629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latinLnBrk="1"/>
            <a:r>
              <a:rPr lang="en-US" altLang="ko-KR" sz="900" b="1" dirty="0">
                <a:solidFill>
                  <a:schemeClr val="bg1"/>
                </a:solidFill>
                <a:latin typeface="+mn-ea"/>
                <a:ea typeface="+mn-ea"/>
              </a:rPr>
              <a:t>8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ea typeface="+mn-ea"/>
              </a:rPr>
              <a:t>일</a:t>
            </a:r>
            <a:r>
              <a:rPr lang="ko-KR" altLang="en-US" sz="900" b="1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ko-KR" altLang="en-US" sz="900" b="0" dirty="0">
                <a:solidFill>
                  <a:schemeClr val="tx1"/>
                </a:solidFill>
                <a:latin typeface="+mn-ea"/>
                <a:ea typeface="+mn-ea"/>
              </a:rPr>
              <a:t>화</a:t>
            </a:r>
          </a:p>
        </p:txBody>
      </p:sp>
      <p:pic>
        <p:nvPicPr>
          <p:cNvPr id="52" name="그림 5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674" y="764065"/>
            <a:ext cx="228951" cy="252000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44" t="10705" b="20145"/>
          <a:stretch/>
        </p:blipFill>
        <p:spPr>
          <a:xfrm>
            <a:off x="6843821" y="792157"/>
            <a:ext cx="172330" cy="184945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379" y="725870"/>
            <a:ext cx="432470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543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3.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2040943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오늘의 학습</a:t>
            </a:r>
            <a:r>
              <a:rPr lang="en-US" altLang="ko-KR" sz="1300" dirty="0">
                <a:latin typeface="+mn-ea"/>
                <a:ea typeface="+mn-ea"/>
              </a:rPr>
              <a:t>_</a:t>
            </a:r>
            <a:r>
              <a:rPr lang="ko-KR" altLang="en-US" sz="1300" dirty="0">
                <a:latin typeface="+mn-ea"/>
                <a:ea typeface="+mn-ea"/>
              </a:rPr>
              <a:t>학습 캘린더</a:t>
            </a:r>
            <a:endParaRPr lang="en-US" altLang="ko-KR" sz="1300" dirty="0">
              <a:latin typeface="+mn-ea"/>
              <a:ea typeface="+mn-ea"/>
            </a:endParaRPr>
          </a:p>
        </p:txBody>
      </p:sp>
      <p:sp>
        <p:nvSpPr>
          <p:cNvPr id="121" name="모서리가 둥근 직사각형 120"/>
          <p:cNvSpPr/>
          <p:nvPr userDrawn="1"/>
        </p:nvSpPr>
        <p:spPr bwMode="auto">
          <a:xfrm>
            <a:off x="162493" y="703949"/>
            <a:ext cx="7005100" cy="437818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  <p:graphicFrame>
        <p:nvGraphicFramePr>
          <p:cNvPr id="99" name="표 9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44463473"/>
              </p:ext>
            </p:extLst>
          </p:nvPr>
        </p:nvGraphicFramePr>
        <p:xfrm>
          <a:off x="173521" y="1610692"/>
          <a:ext cx="6994071" cy="3471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153">
                  <a:extLst>
                    <a:ext uri="{9D8B030D-6E8A-4147-A177-3AD203B41FA5}">
                      <a16:colId xmlns:a16="http://schemas.microsoft.com/office/drawing/2014/main" val="3859713607"/>
                    </a:ext>
                  </a:extLst>
                </a:gridCol>
                <a:gridCol w="999153">
                  <a:extLst>
                    <a:ext uri="{9D8B030D-6E8A-4147-A177-3AD203B41FA5}">
                      <a16:colId xmlns:a16="http://schemas.microsoft.com/office/drawing/2014/main" val="2082203146"/>
                    </a:ext>
                  </a:extLst>
                </a:gridCol>
                <a:gridCol w="999153">
                  <a:extLst>
                    <a:ext uri="{9D8B030D-6E8A-4147-A177-3AD203B41FA5}">
                      <a16:colId xmlns:a16="http://schemas.microsoft.com/office/drawing/2014/main" val="3094867245"/>
                    </a:ext>
                  </a:extLst>
                </a:gridCol>
                <a:gridCol w="999153">
                  <a:extLst>
                    <a:ext uri="{9D8B030D-6E8A-4147-A177-3AD203B41FA5}">
                      <a16:colId xmlns:a16="http://schemas.microsoft.com/office/drawing/2014/main" val="769615023"/>
                    </a:ext>
                  </a:extLst>
                </a:gridCol>
                <a:gridCol w="999153">
                  <a:extLst>
                    <a:ext uri="{9D8B030D-6E8A-4147-A177-3AD203B41FA5}">
                      <a16:colId xmlns:a16="http://schemas.microsoft.com/office/drawing/2014/main" val="721679917"/>
                    </a:ext>
                  </a:extLst>
                </a:gridCol>
                <a:gridCol w="999153">
                  <a:extLst>
                    <a:ext uri="{9D8B030D-6E8A-4147-A177-3AD203B41FA5}">
                      <a16:colId xmlns:a16="http://schemas.microsoft.com/office/drawing/2014/main" val="1098866046"/>
                    </a:ext>
                  </a:extLst>
                </a:gridCol>
                <a:gridCol w="999153">
                  <a:extLst>
                    <a:ext uri="{9D8B030D-6E8A-4147-A177-3AD203B41FA5}">
                      <a16:colId xmlns:a16="http://schemas.microsoft.com/office/drawing/2014/main" val="2130349040"/>
                    </a:ext>
                  </a:extLst>
                </a:gridCol>
              </a:tblGrid>
              <a:tr h="694289"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10634"/>
                  </a:ext>
                </a:extLst>
              </a:tr>
              <a:tr h="69428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0844"/>
                  </a:ext>
                </a:extLst>
              </a:tr>
              <a:tr h="69428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17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18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889020"/>
                  </a:ext>
                </a:extLst>
              </a:tr>
              <a:tr h="69428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19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21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22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23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216364"/>
                  </a:ext>
                </a:extLst>
              </a:tr>
              <a:tr h="69428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27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28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29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30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31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550867"/>
                  </a:ext>
                </a:extLst>
              </a:tr>
            </a:tbl>
          </a:graphicData>
        </a:graphic>
      </p:graphicFrame>
      <p:sp>
        <p:nvSpPr>
          <p:cNvPr id="102" name="내용 개체 틀 20"/>
          <p:cNvSpPr txBox="1">
            <a:spLocks/>
          </p:cNvSpPr>
          <p:nvPr userDrawn="1"/>
        </p:nvSpPr>
        <p:spPr>
          <a:xfrm>
            <a:off x="159583" y="707870"/>
            <a:ext cx="7012741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10800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나의 학습현황</a:t>
            </a:r>
          </a:p>
        </p:txBody>
      </p:sp>
      <p:sp>
        <p:nvSpPr>
          <p:cNvPr id="108" name="내용 개체 틀 20"/>
          <p:cNvSpPr txBox="1">
            <a:spLocks/>
          </p:cNvSpPr>
          <p:nvPr userDrawn="1"/>
        </p:nvSpPr>
        <p:spPr>
          <a:xfrm>
            <a:off x="159583" y="703949"/>
            <a:ext cx="7012741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학습 캘린더</a:t>
            </a:r>
          </a:p>
        </p:txBody>
      </p:sp>
      <p:sp>
        <p:nvSpPr>
          <p:cNvPr id="109" name="내용 개체 틀 20"/>
          <p:cNvSpPr txBox="1">
            <a:spLocks/>
          </p:cNvSpPr>
          <p:nvPr userDrawn="1"/>
        </p:nvSpPr>
        <p:spPr>
          <a:xfrm>
            <a:off x="159583" y="1066423"/>
            <a:ext cx="7012741" cy="54426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36000" rIns="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ko-KR" altLang="en-US" sz="1300" b="0" kern="1200" dirty="0">
              <a:solidFill>
                <a:schemeClr val="tx1"/>
              </a:solidFill>
              <a:latin typeface="또또사랑 OTF Bold" panose="02020603020101020101" pitchFamily="18" charset="-127"/>
              <a:ea typeface="또또사랑 OTF Bold" panose="02020603020101020101" pitchFamily="18" charset="-127"/>
              <a:cs typeface="+mn-cs"/>
            </a:endParaRPr>
          </a:p>
        </p:txBody>
      </p:sp>
      <p:sp>
        <p:nvSpPr>
          <p:cNvPr id="138" name="직사각형 137"/>
          <p:cNvSpPr/>
          <p:nvPr userDrawn="1"/>
        </p:nvSpPr>
        <p:spPr>
          <a:xfrm>
            <a:off x="415191" y="1086446"/>
            <a:ext cx="9957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latin typeface="+mn-ea"/>
              </a:rPr>
              <a:t>2020</a:t>
            </a:r>
            <a:r>
              <a:rPr lang="ko-KR" altLang="en-US" sz="1200" b="1" dirty="0">
                <a:latin typeface="+mn-ea"/>
              </a:rPr>
              <a:t>년 </a:t>
            </a:r>
            <a:r>
              <a:rPr lang="en-US" altLang="ko-KR" sz="1200" b="1" dirty="0">
                <a:latin typeface="+mn-ea"/>
              </a:rPr>
              <a:t>7</a:t>
            </a:r>
            <a:r>
              <a:rPr lang="ko-KR" altLang="en-US" sz="1200" b="1" dirty="0">
                <a:latin typeface="+mn-ea"/>
              </a:rPr>
              <a:t>월</a:t>
            </a:r>
          </a:p>
        </p:txBody>
      </p:sp>
      <p:grpSp>
        <p:nvGrpSpPr>
          <p:cNvPr id="139" name="그룹 138"/>
          <p:cNvGrpSpPr/>
          <p:nvPr userDrawn="1"/>
        </p:nvGrpSpPr>
        <p:grpSpPr>
          <a:xfrm rot="5400000">
            <a:off x="1420060" y="1195690"/>
            <a:ext cx="126000" cy="72000"/>
            <a:chOff x="8748682" y="1533526"/>
            <a:chExt cx="190501" cy="114300"/>
          </a:xfrm>
        </p:grpSpPr>
        <p:cxnSp>
          <p:nvCxnSpPr>
            <p:cNvPr id="140" name="직선 연결선 139"/>
            <p:cNvCxnSpPr/>
            <p:nvPr userDrawn="1"/>
          </p:nvCxnSpPr>
          <p:spPr>
            <a:xfrm flipH="1">
              <a:off x="8748682" y="1533526"/>
              <a:ext cx="95250" cy="1143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/>
            <p:cNvCxnSpPr/>
            <p:nvPr userDrawn="1"/>
          </p:nvCxnSpPr>
          <p:spPr>
            <a:xfrm flipH="1" flipV="1">
              <a:off x="8843932" y="1533526"/>
              <a:ext cx="95251" cy="1143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그룹 141"/>
          <p:cNvGrpSpPr/>
          <p:nvPr userDrawn="1"/>
        </p:nvGrpSpPr>
        <p:grpSpPr>
          <a:xfrm rot="16200000" flipH="1">
            <a:off x="245176" y="1195690"/>
            <a:ext cx="126000" cy="72000"/>
            <a:chOff x="8748682" y="1533526"/>
            <a:chExt cx="190501" cy="114300"/>
          </a:xfrm>
        </p:grpSpPr>
        <p:cxnSp>
          <p:nvCxnSpPr>
            <p:cNvPr id="143" name="직선 연결선 142"/>
            <p:cNvCxnSpPr/>
            <p:nvPr userDrawn="1"/>
          </p:nvCxnSpPr>
          <p:spPr>
            <a:xfrm flipH="1">
              <a:off x="8748682" y="1533526"/>
              <a:ext cx="95250" cy="1143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 userDrawn="1"/>
          </p:nvCxnSpPr>
          <p:spPr>
            <a:xfrm flipH="1" flipV="1">
              <a:off x="8843932" y="1533526"/>
              <a:ext cx="95251" cy="1143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6" name="표 14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0795024"/>
              </p:ext>
            </p:extLst>
          </p:nvPr>
        </p:nvGraphicFramePr>
        <p:xfrm>
          <a:off x="173521" y="1372567"/>
          <a:ext cx="7003598" cy="250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514">
                  <a:extLst>
                    <a:ext uri="{9D8B030D-6E8A-4147-A177-3AD203B41FA5}">
                      <a16:colId xmlns:a16="http://schemas.microsoft.com/office/drawing/2014/main" val="3859713607"/>
                    </a:ext>
                  </a:extLst>
                </a:gridCol>
                <a:gridCol w="1000514">
                  <a:extLst>
                    <a:ext uri="{9D8B030D-6E8A-4147-A177-3AD203B41FA5}">
                      <a16:colId xmlns:a16="http://schemas.microsoft.com/office/drawing/2014/main" val="2082203146"/>
                    </a:ext>
                  </a:extLst>
                </a:gridCol>
                <a:gridCol w="1000514">
                  <a:extLst>
                    <a:ext uri="{9D8B030D-6E8A-4147-A177-3AD203B41FA5}">
                      <a16:colId xmlns:a16="http://schemas.microsoft.com/office/drawing/2014/main" val="3094867245"/>
                    </a:ext>
                  </a:extLst>
                </a:gridCol>
                <a:gridCol w="1000514">
                  <a:extLst>
                    <a:ext uri="{9D8B030D-6E8A-4147-A177-3AD203B41FA5}">
                      <a16:colId xmlns:a16="http://schemas.microsoft.com/office/drawing/2014/main" val="769615023"/>
                    </a:ext>
                  </a:extLst>
                </a:gridCol>
                <a:gridCol w="1000514">
                  <a:extLst>
                    <a:ext uri="{9D8B030D-6E8A-4147-A177-3AD203B41FA5}">
                      <a16:colId xmlns:a16="http://schemas.microsoft.com/office/drawing/2014/main" val="721679917"/>
                    </a:ext>
                  </a:extLst>
                </a:gridCol>
                <a:gridCol w="1000514">
                  <a:extLst>
                    <a:ext uri="{9D8B030D-6E8A-4147-A177-3AD203B41FA5}">
                      <a16:colId xmlns:a16="http://schemas.microsoft.com/office/drawing/2014/main" val="1098866046"/>
                    </a:ext>
                  </a:extLst>
                </a:gridCol>
                <a:gridCol w="1000514">
                  <a:extLst>
                    <a:ext uri="{9D8B030D-6E8A-4147-A177-3AD203B41FA5}">
                      <a16:colId xmlns:a16="http://schemas.microsoft.com/office/drawing/2014/main" val="2130349040"/>
                    </a:ext>
                  </a:extLst>
                </a:gridCol>
              </a:tblGrid>
              <a:tr h="250214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토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010634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3169128" y="2981324"/>
            <a:ext cx="995785" cy="714375"/>
          </a:xfrm>
          <a:prstGeom prst="rect">
            <a:avLst/>
          </a:prstGeom>
          <a:noFill/>
          <a:ln w="19050">
            <a:solidFill>
              <a:srgbClr val="FF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 userDrawn="1"/>
        </p:nvGrpSpPr>
        <p:grpSpPr>
          <a:xfrm>
            <a:off x="4612397" y="1101651"/>
            <a:ext cx="582739" cy="215444"/>
            <a:chOff x="5610724" y="1063551"/>
            <a:chExt cx="582739" cy="215444"/>
          </a:xfrm>
        </p:grpSpPr>
        <p:sp>
          <p:nvSpPr>
            <p:cNvPr id="71" name="직사각형 70"/>
            <p:cNvSpPr/>
            <p:nvPr userDrawn="1"/>
          </p:nvSpPr>
          <p:spPr>
            <a:xfrm>
              <a:off x="5610724" y="1084765"/>
              <a:ext cx="144000" cy="14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/>
            <p:cNvSpPr/>
            <p:nvPr userDrawn="1"/>
          </p:nvSpPr>
          <p:spPr>
            <a:xfrm>
              <a:off x="5701020" y="1063551"/>
              <a:ext cx="49244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수강중</a:t>
              </a:r>
            </a:p>
          </p:txBody>
        </p:sp>
      </p:grpSp>
      <p:grpSp>
        <p:nvGrpSpPr>
          <p:cNvPr id="73" name="그룹 72"/>
          <p:cNvGrpSpPr/>
          <p:nvPr userDrawn="1"/>
        </p:nvGrpSpPr>
        <p:grpSpPr>
          <a:xfrm>
            <a:off x="5170333" y="1101651"/>
            <a:ext cx="691657" cy="215444"/>
            <a:chOff x="6090173" y="1063551"/>
            <a:chExt cx="691657" cy="215444"/>
          </a:xfrm>
        </p:grpSpPr>
        <p:sp>
          <p:nvSpPr>
            <p:cNvPr id="74" name="직사각형 73"/>
            <p:cNvSpPr/>
            <p:nvPr userDrawn="1"/>
          </p:nvSpPr>
          <p:spPr>
            <a:xfrm>
              <a:off x="6090173" y="1084765"/>
              <a:ext cx="144000" cy="144000"/>
            </a:xfrm>
            <a:prstGeom prst="rect">
              <a:avLst/>
            </a:prstGeom>
            <a:solidFill>
              <a:srgbClr val="FF999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/>
            <p:cNvSpPr/>
            <p:nvPr userDrawn="1"/>
          </p:nvSpPr>
          <p:spPr>
            <a:xfrm>
              <a:off x="6186795" y="1063551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수강완료</a:t>
              </a:r>
            </a:p>
          </p:txBody>
        </p:sp>
      </p:grpSp>
      <p:sp>
        <p:nvSpPr>
          <p:cNvPr id="78" name="직사각형 77"/>
          <p:cNvSpPr/>
          <p:nvPr userDrawn="1"/>
        </p:nvSpPr>
        <p:spPr>
          <a:xfrm>
            <a:off x="5932499" y="1101651"/>
            <a:ext cx="595035" cy="21544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atinLnBrk="1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표준학습</a:t>
            </a:r>
          </a:p>
        </p:txBody>
      </p:sp>
      <p:pic>
        <p:nvPicPr>
          <p:cNvPr id="95" name="그림 9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379" y="725870"/>
            <a:ext cx="432470" cy="324000"/>
          </a:xfrm>
          <a:prstGeom prst="rect">
            <a:avLst/>
          </a:prstGeom>
        </p:spPr>
      </p:pic>
      <p:pic>
        <p:nvPicPr>
          <p:cNvPr id="96" name="그림 95"/>
          <p:cNvPicPr>
            <a:picLocks noChangeAspect="1"/>
          </p:cNvPicPr>
          <p:nvPr userDrawn="1"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558" y="771796"/>
            <a:ext cx="230271" cy="230271"/>
          </a:xfrm>
          <a:prstGeom prst="rect">
            <a:avLst/>
          </a:prstGeom>
        </p:spPr>
      </p:pic>
      <p:sp>
        <p:nvSpPr>
          <p:cNvPr id="98" name="직사각형 97"/>
          <p:cNvSpPr/>
          <p:nvPr userDrawn="1"/>
        </p:nvSpPr>
        <p:spPr>
          <a:xfrm>
            <a:off x="5837187" y="1122865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/>
          <p:cNvSpPr/>
          <p:nvPr userDrawn="1"/>
        </p:nvSpPr>
        <p:spPr>
          <a:xfrm>
            <a:off x="6580199" y="1101651"/>
            <a:ext cx="595035" cy="21544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atinLnBrk="1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자율학습</a:t>
            </a:r>
          </a:p>
        </p:txBody>
      </p:sp>
      <p:sp>
        <p:nvSpPr>
          <p:cNvPr id="149" name="직사각형 148"/>
          <p:cNvSpPr/>
          <p:nvPr userDrawn="1"/>
        </p:nvSpPr>
        <p:spPr>
          <a:xfrm>
            <a:off x="6484887" y="1122865"/>
            <a:ext cx="144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1" name="그림 15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20" y="810162"/>
            <a:ext cx="169884" cy="166941"/>
          </a:xfrm>
          <a:prstGeom prst="rect">
            <a:avLst/>
          </a:prstGeom>
        </p:spPr>
      </p:pic>
      <p:sp>
        <p:nvSpPr>
          <p:cNvPr id="156" name="순서도: 수행의 시작/종료 155"/>
          <p:cNvSpPr/>
          <p:nvPr userDrawn="1"/>
        </p:nvSpPr>
        <p:spPr>
          <a:xfrm>
            <a:off x="1579480" y="1122775"/>
            <a:ext cx="396000" cy="180000"/>
          </a:xfrm>
          <a:prstGeom prst="flowChartTerminator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o-KR" altLang="en-US" sz="800" dirty="0">
                <a:solidFill>
                  <a:schemeClr val="bg1"/>
                </a:solidFill>
                <a:latin typeface="+mj-ea"/>
                <a:ea typeface="+mj-ea"/>
              </a:rPr>
              <a:t>오늘</a:t>
            </a:r>
          </a:p>
        </p:txBody>
      </p:sp>
      <p:sp>
        <p:nvSpPr>
          <p:cNvPr id="17" name="타원 16"/>
          <p:cNvSpPr/>
          <p:nvPr userDrawn="1"/>
        </p:nvSpPr>
        <p:spPr>
          <a:xfrm>
            <a:off x="5888349" y="1170578"/>
            <a:ext cx="45719" cy="4571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/>
          <p:cNvSpPr/>
          <p:nvPr userDrawn="1"/>
        </p:nvSpPr>
        <p:spPr>
          <a:xfrm>
            <a:off x="3240365" y="2422492"/>
            <a:ext cx="504000" cy="18206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lIns="0" tIns="18000" rIns="0" bIns="0" anchor="ctr"/>
          <a:lstStyle/>
          <a:p>
            <a:pPr lvl="0" indent="0" algn="ctr" defTabSz="914400" latinLnBrk="1">
              <a:lnSpc>
                <a:spcPct val="90000"/>
              </a:lnSpc>
              <a:spcBef>
                <a:spcPts val="10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영어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강</a:t>
            </a:r>
          </a:p>
        </p:txBody>
      </p:sp>
      <p:sp>
        <p:nvSpPr>
          <p:cNvPr id="162" name="직사각형 161"/>
          <p:cNvSpPr/>
          <p:nvPr userDrawn="1"/>
        </p:nvSpPr>
        <p:spPr>
          <a:xfrm>
            <a:off x="3240365" y="2632042"/>
            <a:ext cx="504000" cy="18206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lIns="0" tIns="18000" rIns="0" bIns="0" anchor="ctr"/>
          <a:lstStyle/>
          <a:p>
            <a:pPr lvl="0" indent="0" algn="ctr" defTabSz="914400" latinLnBrk="1">
              <a:lnSpc>
                <a:spcPct val="90000"/>
              </a:lnSpc>
              <a:spcBef>
                <a:spcPts val="1000"/>
              </a:spcBef>
              <a:buClr>
                <a:srgbClr val="E20808"/>
              </a:buClr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영어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강</a:t>
            </a:r>
          </a:p>
        </p:txBody>
      </p:sp>
      <p:sp>
        <p:nvSpPr>
          <p:cNvPr id="163" name="직사각형 162"/>
          <p:cNvSpPr/>
          <p:nvPr userDrawn="1"/>
        </p:nvSpPr>
        <p:spPr>
          <a:xfrm>
            <a:off x="3240365" y="3018980"/>
            <a:ext cx="504000" cy="18206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lIns="0" tIns="18000" rIns="0" bIns="0" anchor="ctr"/>
          <a:lstStyle/>
          <a:p>
            <a:pPr lvl="0" indent="0" algn="ctr" defTabSz="914400" latinLnBrk="1">
              <a:lnSpc>
                <a:spcPct val="90000"/>
              </a:lnSpc>
              <a:spcBef>
                <a:spcPts val="10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영어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강</a:t>
            </a:r>
          </a:p>
        </p:txBody>
      </p:sp>
      <p:sp>
        <p:nvSpPr>
          <p:cNvPr id="164" name="직사각형 163"/>
          <p:cNvSpPr/>
          <p:nvPr userDrawn="1"/>
        </p:nvSpPr>
        <p:spPr>
          <a:xfrm>
            <a:off x="3240365" y="3228530"/>
            <a:ext cx="504000" cy="182061"/>
          </a:xfrm>
          <a:prstGeom prst="rect">
            <a:avLst/>
          </a:prstGeom>
          <a:solidFill>
            <a:srgbClr val="FFCCCC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lIns="0" tIns="18000" rIns="0" bIns="0" anchor="ctr"/>
          <a:lstStyle/>
          <a:p>
            <a:pPr lvl="0" indent="0" algn="ctr" defTabSz="914400" latinLnBrk="1">
              <a:lnSpc>
                <a:spcPct val="90000"/>
              </a:lnSpc>
              <a:spcBef>
                <a:spcPts val="1000"/>
              </a:spcBef>
              <a:buClr>
                <a:srgbClr val="E20808"/>
              </a:buClr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영어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강</a:t>
            </a:r>
          </a:p>
        </p:txBody>
      </p:sp>
      <p:sp>
        <p:nvSpPr>
          <p:cNvPr id="165" name="직사각형 164"/>
          <p:cNvSpPr/>
          <p:nvPr userDrawn="1"/>
        </p:nvSpPr>
        <p:spPr>
          <a:xfrm>
            <a:off x="1240115" y="3057080"/>
            <a:ext cx="504000" cy="182061"/>
          </a:xfrm>
          <a:prstGeom prst="rect">
            <a:avLst/>
          </a:prstGeom>
          <a:solidFill>
            <a:srgbClr val="FFCCCC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lIns="0" tIns="18000" rIns="0" bIns="0" anchor="ctr"/>
          <a:lstStyle/>
          <a:p>
            <a:pPr lvl="0" indent="0" algn="ctr" defTabSz="914400" latinLnBrk="1">
              <a:lnSpc>
                <a:spcPct val="90000"/>
              </a:lnSpc>
              <a:spcBef>
                <a:spcPts val="1000"/>
              </a:spcBef>
              <a:buClr>
                <a:srgbClr val="E20808"/>
              </a:buClr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수학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강</a:t>
            </a:r>
          </a:p>
        </p:txBody>
      </p:sp>
      <p:sp>
        <p:nvSpPr>
          <p:cNvPr id="166" name="타원 165"/>
          <p:cNvSpPr/>
          <p:nvPr userDrawn="1"/>
        </p:nvSpPr>
        <p:spPr>
          <a:xfrm>
            <a:off x="6536049" y="1170578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8" y="818063"/>
            <a:ext cx="168901" cy="16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94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.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2374368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나의 학습현황</a:t>
            </a:r>
            <a:r>
              <a:rPr lang="en-US" altLang="ko-KR" sz="1300" dirty="0">
                <a:latin typeface="+mn-ea"/>
                <a:ea typeface="+mn-ea"/>
              </a:rPr>
              <a:t>_</a:t>
            </a:r>
            <a:r>
              <a:rPr lang="ko-KR" altLang="en-US" sz="1300" dirty="0">
                <a:latin typeface="+mn-ea"/>
                <a:ea typeface="+mn-ea"/>
              </a:rPr>
              <a:t>일간 타임라인</a:t>
            </a:r>
            <a:endParaRPr lang="en-US" altLang="ko-KR" sz="1300" dirty="0">
              <a:latin typeface="+mn-ea"/>
              <a:ea typeface="+mn-ea"/>
            </a:endParaRPr>
          </a:p>
        </p:txBody>
      </p:sp>
      <p:sp>
        <p:nvSpPr>
          <p:cNvPr id="121" name="모서리가 둥근 직사각형 120"/>
          <p:cNvSpPr/>
          <p:nvPr userDrawn="1"/>
        </p:nvSpPr>
        <p:spPr bwMode="auto">
          <a:xfrm>
            <a:off x="162493" y="703949"/>
            <a:ext cx="7005100" cy="437818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  <p:sp>
        <p:nvSpPr>
          <p:cNvPr id="206" name="내용 개체 틀 20"/>
          <p:cNvSpPr txBox="1">
            <a:spLocks/>
          </p:cNvSpPr>
          <p:nvPr userDrawn="1"/>
        </p:nvSpPr>
        <p:spPr>
          <a:xfrm>
            <a:off x="159583" y="707870"/>
            <a:ext cx="7012741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10800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나의 학습현황</a:t>
            </a:r>
          </a:p>
        </p:txBody>
      </p:sp>
      <p:grpSp>
        <p:nvGrpSpPr>
          <p:cNvPr id="207" name="그룹 206"/>
          <p:cNvGrpSpPr/>
          <p:nvPr userDrawn="1"/>
        </p:nvGrpSpPr>
        <p:grpSpPr>
          <a:xfrm>
            <a:off x="316191" y="807687"/>
            <a:ext cx="198000" cy="149961"/>
            <a:chOff x="5273749" y="1594884"/>
            <a:chExt cx="233916" cy="149961"/>
          </a:xfrm>
        </p:grpSpPr>
        <p:cxnSp>
          <p:nvCxnSpPr>
            <p:cNvPr id="208" name="직선 연결선 207"/>
            <p:cNvCxnSpPr/>
            <p:nvPr/>
          </p:nvCxnSpPr>
          <p:spPr>
            <a:xfrm>
              <a:off x="5273749" y="1594884"/>
              <a:ext cx="23391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/>
            <p:cNvCxnSpPr/>
            <p:nvPr/>
          </p:nvCxnSpPr>
          <p:spPr>
            <a:xfrm>
              <a:off x="5273749" y="1648046"/>
              <a:ext cx="23391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/>
            <p:cNvCxnSpPr/>
            <p:nvPr/>
          </p:nvCxnSpPr>
          <p:spPr>
            <a:xfrm>
              <a:off x="5273749" y="1691683"/>
              <a:ext cx="23391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/>
            <p:cNvCxnSpPr/>
            <p:nvPr/>
          </p:nvCxnSpPr>
          <p:spPr>
            <a:xfrm>
              <a:off x="5273749" y="1744845"/>
              <a:ext cx="180000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내용 개체 틀 20"/>
          <p:cNvSpPr txBox="1">
            <a:spLocks/>
          </p:cNvSpPr>
          <p:nvPr userDrawn="1"/>
        </p:nvSpPr>
        <p:spPr>
          <a:xfrm>
            <a:off x="159583" y="703949"/>
            <a:ext cx="7012741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나의 학습현황</a:t>
            </a:r>
          </a:p>
        </p:txBody>
      </p:sp>
      <p:sp>
        <p:nvSpPr>
          <p:cNvPr id="219" name="내용 개체 틀 20"/>
          <p:cNvSpPr txBox="1">
            <a:spLocks/>
          </p:cNvSpPr>
          <p:nvPr userDrawn="1"/>
        </p:nvSpPr>
        <p:spPr>
          <a:xfrm>
            <a:off x="159583" y="1066423"/>
            <a:ext cx="7012741" cy="3402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36000" rIns="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ko-KR" altLang="en-US" sz="1300" b="0" kern="1200" dirty="0">
              <a:solidFill>
                <a:schemeClr val="tx1"/>
              </a:solidFill>
              <a:latin typeface="또또사랑 OTF Bold" panose="02020603020101020101" pitchFamily="18" charset="-127"/>
              <a:ea typeface="또또사랑 OTF Bold" panose="02020603020101020101" pitchFamily="18" charset="-127"/>
              <a:cs typeface="+mn-cs"/>
            </a:endParaRPr>
          </a:p>
        </p:txBody>
      </p:sp>
      <p:sp>
        <p:nvSpPr>
          <p:cNvPr id="224" name="내용 개체 틀 20"/>
          <p:cNvSpPr txBox="1">
            <a:spLocks/>
          </p:cNvSpPr>
          <p:nvPr userDrawn="1"/>
        </p:nvSpPr>
        <p:spPr>
          <a:xfrm>
            <a:off x="159583" y="1406645"/>
            <a:ext cx="7012741" cy="3675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36000" rIns="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ko-KR" altLang="en-US" sz="1300" b="0" kern="1200" dirty="0">
              <a:solidFill>
                <a:srgbClr val="92D050"/>
              </a:solidFill>
              <a:latin typeface="또또사랑 OTF Bold" panose="02020603020101020101" pitchFamily="18" charset="-127"/>
              <a:ea typeface="또또사랑 OTF Bold" panose="02020603020101020101" pitchFamily="18" charset="-127"/>
              <a:cs typeface="+mn-cs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3095587" y="1146252"/>
            <a:ext cx="699704" cy="215444"/>
            <a:chOff x="1752562" y="1118480"/>
            <a:chExt cx="699704" cy="215444"/>
          </a:xfrm>
        </p:grpSpPr>
        <p:grpSp>
          <p:nvGrpSpPr>
            <p:cNvPr id="9" name="그룹 8"/>
            <p:cNvGrpSpPr/>
            <p:nvPr userDrawn="1"/>
          </p:nvGrpSpPr>
          <p:grpSpPr>
            <a:xfrm>
              <a:off x="1752562" y="1134625"/>
              <a:ext cx="162000" cy="162000"/>
              <a:chOff x="2627559" y="1134625"/>
              <a:chExt cx="162000" cy="162000"/>
            </a:xfrm>
          </p:grpSpPr>
          <p:sp>
            <p:nvSpPr>
              <p:cNvPr id="4" name="타원 3"/>
              <p:cNvSpPr/>
              <p:nvPr userDrawn="1"/>
            </p:nvSpPr>
            <p:spPr>
              <a:xfrm>
                <a:off x="2627559" y="1134625"/>
                <a:ext cx="162000" cy="162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25" name="그룹 224"/>
              <p:cNvGrpSpPr/>
              <p:nvPr userDrawn="1"/>
            </p:nvGrpSpPr>
            <p:grpSpPr>
              <a:xfrm>
                <a:off x="2663825" y="1171196"/>
                <a:ext cx="90000" cy="72000"/>
                <a:chOff x="5927221" y="1307569"/>
                <a:chExt cx="139483" cy="120729"/>
              </a:xfrm>
            </p:grpSpPr>
            <p:cxnSp>
              <p:nvCxnSpPr>
                <p:cNvPr id="226" name="직선 연결선 225"/>
                <p:cNvCxnSpPr/>
                <p:nvPr userDrawn="1"/>
              </p:nvCxnSpPr>
              <p:spPr>
                <a:xfrm>
                  <a:off x="5927221" y="1351128"/>
                  <a:ext cx="50498" cy="7717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직선 연결선 226"/>
                <p:cNvCxnSpPr/>
                <p:nvPr userDrawn="1"/>
              </p:nvCxnSpPr>
              <p:spPr>
                <a:xfrm flipH="1">
                  <a:off x="5978752" y="1307569"/>
                  <a:ext cx="87952" cy="113653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45" name="직사각형 244"/>
            <p:cNvSpPr/>
            <p:nvPr userDrawn="1"/>
          </p:nvSpPr>
          <p:spPr>
            <a:xfrm>
              <a:off x="2075988" y="1118480"/>
              <a:ext cx="18473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endParaRPr lang="ko-KR" altLang="en-US" sz="800" dirty="0">
                <a:solidFill>
                  <a:srgbClr val="42A8BC"/>
                </a:solidFill>
                <a:latin typeface="+mn-ea"/>
                <a:ea typeface="+mn-ea"/>
              </a:endParaRPr>
            </a:p>
          </p:txBody>
        </p:sp>
        <p:sp>
          <p:nvSpPr>
            <p:cNvPr id="246" name="직사각형 245"/>
            <p:cNvSpPr/>
            <p:nvPr userDrawn="1"/>
          </p:nvSpPr>
          <p:spPr>
            <a:xfrm>
              <a:off x="1857231" y="1118480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ko-KR" altLang="en-US" sz="800" dirty="0">
                  <a:solidFill>
                    <a:srgbClr val="00B0F0"/>
                  </a:solidFill>
                  <a:latin typeface="+mn-ea"/>
                  <a:ea typeface="+mn-ea"/>
                </a:rPr>
                <a:t>표준학습</a:t>
              </a:r>
            </a:p>
          </p:txBody>
        </p:sp>
      </p:grpSp>
      <p:grpSp>
        <p:nvGrpSpPr>
          <p:cNvPr id="16" name="그룹 15"/>
          <p:cNvGrpSpPr/>
          <p:nvPr userDrawn="1"/>
        </p:nvGrpSpPr>
        <p:grpSpPr>
          <a:xfrm>
            <a:off x="3791894" y="1146252"/>
            <a:ext cx="689197" cy="215444"/>
            <a:chOff x="2448869" y="1118480"/>
            <a:chExt cx="689197" cy="215444"/>
          </a:xfrm>
        </p:grpSpPr>
        <p:grpSp>
          <p:nvGrpSpPr>
            <p:cNvPr id="8" name="그룹 7"/>
            <p:cNvGrpSpPr/>
            <p:nvPr userDrawn="1"/>
          </p:nvGrpSpPr>
          <p:grpSpPr>
            <a:xfrm>
              <a:off x="2448869" y="1134625"/>
              <a:ext cx="162000" cy="162000"/>
              <a:chOff x="3106094" y="1134625"/>
              <a:chExt cx="162000" cy="162000"/>
            </a:xfrm>
          </p:grpSpPr>
          <p:sp>
            <p:nvSpPr>
              <p:cNvPr id="220" name="타원 219"/>
              <p:cNvSpPr/>
              <p:nvPr userDrawn="1"/>
            </p:nvSpPr>
            <p:spPr>
              <a:xfrm>
                <a:off x="3106094" y="1134625"/>
                <a:ext cx="162000" cy="162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28" name="그룹 227"/>
              <p:cNvGrpSpPr/>
              <p:nvPr userDrawn="1"/>
            </p:nvGrpSpPr>
            <p:grpSpPr>
              <a:xfrm>
                <a:off x="3141063" y="1171196"/>
                <a:ext cx="90000" cy="72000"/>
                <a:chOff x="5927221" y="1307569"/>
                <a:chExt cx="139483" cy="120729"/>
              </a:xfrm>
            </p:grpSpPr>
            <p:cxnSp>
              <p:nvCxnSpPr>
                <p:cNvPr id="229" name="직선 연결선 228"/>
                <p:cNvCxnSpPr/>
                <p:nvPr userDrawn="1"/>
              </p:nvCxnSpPr>
              <p:spPr>
                <a:xfrm>
                  <a:off x="5927221" y="1351128"/>
                  <a:ext cx="50498" cy="7717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직선 연결선 229"/>
                <p:cNvCxnSpPr/>
                <p:nvPr userDrawn="1"/>
              </p:nvCxnSpPr>
              <p:spPr>
                <a:xfrm flipH="1">
                  <a:off x="5978752" y="1307569"/>
                  <a:ext cx="87952" cy="113653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47" name="직사각형 246"/>
            <p:cNvSpPr/>
            <p:nvPr userDrawn="1"/>
          </p:nvSpPr>
          <p:spPr>
            <a:xfrm>
              <a:off x="2543031" y="1118480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ko-KR" altLang="en-US" sz="800" dirty="0">
                  <a:solidFill>
                    <a:srgbClr val="72AF2F"/>
                  </a:solidFill>
                  <a:latin typeface="+mn-ea"/>
                  <a:ea typeface="+mn-ea"/>
                </a:rPr>
                <a:t>자율학습</a:t>
              </a:r>
            </a:p>
          </p:txBody>
        </p:sp>
      </p:grpSp>
      <p:grpSp>
        <p:nvGrpSpPr>
          <p:cNvPr id="17" name="그룹 16"/>
          <p:cNvGrpSpPr/>
          <p:nvPr userDrawn="1"/>
        </p:nvGrpSpPr>
        <p:grpSpPr>
          <a:xfrm>
            <a:off x="4517091" y="1146252"/>
            <a:ext cx="594833" cy="215444"/>
            <a:chOff x="3174066" y="1118480"/>
            <a:chExt cx="594833" cy="215444"/>
          </a:xfrm>
        </p:grpSpPr>
        <p:grpSp>
          <p:nvGrpSpPr>
            <p:cNvPr id="7" name="그룹 6"/>
            <p:cNvGrpSpPr/>
            <p:nvPr userDrawn="1"/>
          </p:nvGrpSpPr>
          <p:grpSpPr>
            <a:xfrm>
              <a:off x="3174066" y="1134625"/>
              <a:ext cx="162000" cy="162000"/>
              <a:chOff x="3591520" y="1134625"/>
              <a:chExt cx="162000" cy="162000"/>
            </a:xfrm>
          </p:grpSpPr>
          <p:sp>
            <p:nvSpPr>
              <p:cNvPr id="221" name="타원 220"/>
              <p:cNvSpPr/>
              <p:nvPr userDrawn="1"/>
            </p:nvSpPr>
            <p:spPr>
              <a:xfrm>
                <a:off x="3591520" y="1134625"/>
                <a:ext cx="162000" cy="16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31" name="그룹 230"/>
              <p:cNvGrpSpPr/>
              <p:nvPr userDrawn="1"/>
            </p:nvGrpSpPr>
            <p:grpSpPr>
              <a:xfrm>
                <a:off x="3627520" y="1171196"/>
                <a:ext cx="90000" cy="72000"/>
                <a:chOff x="5927221" y="1307569"/>
                <a:chExt cx="139483" cy="120729"/>
              </a:xfrm>
            </p:grpSpPr>
            <p:cxnSp>
              <p:nvCxnSpPr>
                <p:cNvPr id="232" name="직선 연결선 231"/>
                <p:cNvCxnSpPr/>
                <p:nvPr userDrawn="1"/>
              </p:nvCxnSpPr>
              <p:spPr>
                <a:xfrm>
                  <a:off x="5927221" y="1351128"/>
                  <a:ext cx="50498" cy="7717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직선 연결선 232"/>
                <p:cNvCxnSpPr/>
                <p:nvPr userDrawn="1"/>
              </p:nvCxnSpPr>
              <p:spPr>
                <a:xfrm flipH="1">
                  <a:off x="5978752" y="1307569"/>
                  <a:ext cx="87952" cy="113653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48" name="직사각형 247"/>
            <p:cNvSpPr/>
            <p:nvPr userDrawn="1"/>
          </p:nvSpPr>
          <p:spPr>
            <a:xfrm>
              <a:off x="3276456" y="1118480"/>
              <a:ext cx="49244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ko-KR" altLang="en-US" sz="800" dirty="0">
                  <a:solidFill>
                    <a:schemeClr val="accent2"/>
                  </a:solidFill>
                  <a:latin typeface="+mn-ea"/>
                  <a:ea typeface="+mn-ea"/>
                </a:rPr>
                <a:t>선생님</a:t>
              </a:r>
            </a:p>
          </p:txBody>
        </p:sp>
      </p:grpSp>
      <p:grpSp>
        <p:nvGrpSpPr>
          <p:cNvPr id="18" name="그룹 17"/>
          <p:cNvGrpSpPr/>
          <p:nvPr userDrawn="1"/>
        </p:nvGrpSpPr>
        <p:grpSpPr>
          <a:xfrm>
            <a:off x="5169231" y="1146252"/>
            <a:ext cx="692980" cy="215444"/>
            <a:chOff x="3826206" y="1118480"/>
            <a:chExt cx="692980" cy="215444"/>
          </a:xfrm>
        </p:grpSpPr>
        <p:grpSp>
          <p:nvGrpSpPr>
            <p:cNvPr id="249" name="그룹 248"/>
            <p:cNvGrpSpPr/>
            <p:nvPr userDrawn="1"/>
          </p:nvGrpSpPr>
          <p:grpSpPr>
            <a:xfrm>
              <a:off x="3826206" y="1134625"/>
              <a:ext cx="162000" cy="162000"/>
              <a:chOff x="4130427" y="1134625"/>
              <a:chExt cx="162000" cy="162000"/>
            </a:xfrm>
          </p:grpSpPr>
          <p:sp>
            <p:nvSpPr>
              <p:cNvPr id="250" name="타원 249"/>
              <p:cNvSpPr/>
              <p:nvPr userDrawn="1"/>
            </p:nvSpPr>
            <p:spPr>
              <a:xfrm>
                <a:off x="4130427" y="1134625"/>
                <a:ext cx="162000" cy="162000"/>
              </a:xfrm>
              <a:prstGeom prst="ellipse">
                <a:avLst/>
              </a:prstGeom>
              <a:solidFill>
                <a:srgbClr val="FF5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51" name="그룹 250"/>
              <p:cNvGrpSpPr/>
              <p:nvPr userDrawn="1"/>
            </p:nvGrpSpPr>
            <p:grpSpPr>
              <a:xfrm>
                <a:off x="4166427" y="1171196"/>
                <a:ext cx="90000" cy="72000"/>
                <a:chOff x="5927221" y="1307569"/>
                <a:chExt cx="139483" cy="120729"/>
              </a:xfrm>
            </p:grpSpPr>
            <p:cxnSp>
              <p:nvCxnSpPr>
                <p:cNvPr id="252" name="직선 연결선 251"/>
                <p:cNvCxnSpPr/>
                <p:nvPr userDrawn="1"/>
              </p:nvCxnSpPr>
              <p:spPr>
                <a:xfrm>
                  <a:off x="5927221" y="1351128"/>
                  <a:ext cx="50498" cy="7717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직선 연결선 252"/>
                <p:cNvCxnSpPr/>
                <p:nvPr userDrawn="1"/>
              </p:nvCxnSpPr>
              <p:spPr>
                <a:xfrm flipH="1">
                  <a:off x="5978752" y="1307569"/>
                  <a:ext cx="87952" cy="113653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4" name="직사각형 253"/>
            <p:cNvSpPr/>
            <p:nvPr userDrawn="1"/>
          </p:nvSpPr>
          <p:spPr>
            <a:xfrm>
              <a:off x="3924151" y="1118480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ko-KR" altLang="en-US" sz="800" dirty="0">
                  <a:solidFill>
                    <a:srgbClr val="FF5050"/>
                  </a:solidFill>
                  <a:latin typeface="+mn-ea"/>
                  <a:ea typeface="+mn-ea"/>
                </a:rPr>
                <a:t>열공미션</a:t>
              </a:r>
            </a:p>
          </p:txBody>
        </p:sp>
      </p:grpSp>
      <p:grpSp>
        <p:nvGrpSpPr>
          <p:cNvPr id="19" name="그룹 18"/>
          <p:cNvGrpSpPr/>
          <p:nvPr userDrawn="1"/>
        </p:nvGrpSpPr>
        <p:grpSpPr>
          <a:xfrm>
            <a:off x="5892359" y="1146252"/>
            <a:ext cx="496800" cy="215444"/>
            <a:chOff x="4549334" y="1118480"/>
            <a:chExt cx="496800" cy="215444"/>
          </a:xfrm>
        </p:grpSpPr>
        <p:grpSp>
          <p:nvGrpSpPr>
            <p:cNvPr id="14" name="그룹 13"/>
            <p:cNvGrpSpPr/>
            <p:nvPr userDrawn="1"/>
          </p:nvGrpSpPr>
          <p:grpSpPr>
            <a:xfrm>
              <a:off x="4549334" y="1134625"/>
              <a:ext cx="162000" cy="162000"/>
              <a:chOff x="4577909" y="1134625"/>
              <a:chExt cx="162000" cy="162000"/>
            </a:xfrm>
          </p:grpSpPr>
          <p:sp>
            <p:nvSpPr>
              <p:cNvPr id="223" name="타원 222"/>
              <p:cNvSpPr/>
              <p:nvPr userDrawn="1"/>
            </p:nvSpPr>
            <p:spPr>
              <a:xfrm>
                <a:off x="4577909" y="1134625"/>
                <a:ext cx="162000" cy="162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41" name="그룹 240"/>
              <p:cNvGrpSpPr/>
              <p:nvPr userDrawn="1"/>
            </p:nvGrpSpPr>
            <p:grpSpPr>
              <a:xfrm>
                <a:off x="4613909" y="1171196"/>
                <a:ext cx="90000" cy="72000"/>
                <a:chOff x="5927221" y="1307569"/>
                <a:chExt cx="139483" cy="120729"/>
              </a:xfrm>
            </p:grpSpPr>
            <p:cxnSp>
              <p:nvCxnSpPr>
                <p:cNvPr id="242" name="직선 연결선 241"/>
                <p:cNvCxnSpPr/>
                <p:nvPr userDrawn="1"/>
              </p:nvCxnSpPr>
              <p:spPr>
                <a:xfrm>
                  <a:off x="5927221" y="1351128"/>
                  <a:ext cx="50498" cy="7717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직선 연결선 242"/>
                <p:cNvCxnSpPr/>
                <p:nvPr userDrawn="1"/>
              </p:nvCxnSpPr>
              <p:spPr>
                <a:xfrm flipH="1">
                  <a:off x="5978752" y="1307569"/>
                  <a:ext cx="87952" cy="113653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5" name="직사각형 254"/>
            <p:cNvSpPr/>
            <p:nvPr userDrawn="1"/>
          </p:nvSpPr>
          <p:spPr>
            <a:xfrm>
              <a:off x="4656284" y="1118480"/>
              <a:ext cx="38985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ko-KR" altLang="en-US" sz="800" dirty="0">
                  <a:solidFill>
                    <a:srgbClr val="7030A0"/>
                  </a:solidFill>
                  <a:latin typeface="+mn-ea"/>
                  <a:ea typeface="+mn-ea"/>
                </a:rPr>
                <a:t>평가</a:t>
              </a:r>
            </a:p>
          </p:txBody>
        </p:sp>
      </p:grpSp>
      <p:grpSp>
        <p:nvGrpSpPr>
          <p:cNvPr id="21" name="그룹 20"/>
          <p:cNvGrpSpPr/>
          <p:nvPr userDrawn="1"/>
        </p:nvGrpSpPr>
        <p:grpSpPr>
          <a:xfrm>
            <a:off x="6444809" y="1146252"/>
            <a:ext cx="701985" cy="215444"/>
            <a:chOff x="5101784" y="1118480"/>
            <a:chExt cx="701985" cy="215444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5101784" y="1134625"/>
              <a:ext cx="162000" cy="162000"/>
              <a:chOff x="5311334" y="1134625"/>
              <a:chExt cx="162000" cy="162000"/>
            </a:xfrm>
          </p:grpSpPr>
          <p:sp>
            <p:nvSpPr>
              <p:cNvPr id="263" name="타원 262"/>
              <p:cNvSpPr/>
              <p:nvPr userDrawn="1"/>
            </p:nvSpPr>
            <p:spPr>
              <a:xfrm>
                <a:off x="5311334" y="1134625"/>
                <a:ext cx="162000" cy="162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4" name="그룹 263"/>
              <p:cNvGrpSpPr/>
              <p:nvPr userDrawn="1"/>
            </p:nvGrpSpPr>
            <p:grpSpPr>
              <a:xfrm>
                <a:off x="5347334" y="1171196"/>
                <a:ext cx="90000" cy="72000"/>
                <a:chOff x="5927221" y="1307569"/>
                <a:chExt cx="139483" cy="120729"/>
              </a:xfrm>
            </p:grpSpPr>
            <p:cxnSp>
              <p:nvCxnSpPr>
                <p:cNvPr id="265" name="직선 연결선 264"/>
                <p:cNvCxnSpPr/>
                <p:nvPr userDrawn="1"/>
              </p:nvCxnSpPr>
              <p:spPr>
                <a:xfrm>
                  <a:off x="5927221" y="1351128"/>
                  <a:ext cx="50498" cy="7717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직선 연결선 265"/>
                <p:cNvCxnSpPr/>
                <p:nvPr userDrawn="1"/>
              </p:nvCxnSpPr>
              <p:spPr>
                <a:xfrm flipH="1">
                  <a:off x="5978752" y="1307569"/>
                  <a:ext cx="87952" cy="113653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7" name="직사각형 266"/>
            <p:cNvSpPr/>
            <p:nvPr userDrawn="1"/>
          </p:nvSpPr>
          <p:spPr>
            <a:xfrm>
              <a:off x="5208734" y="1118480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1"/>
              <a:r>
                <a:rPr lang="ko-KR" altLang="en-US" sz="800" dirty="0">
                  <a:solidFill>
                    <a:srgbClr val="FFC000"/>
                  </a:solidFill>
                  <a:latin typeface="+mn-ea"/>
                  <a:ea typeface="+mn-ea"/>
                </a:rPr>
                <a:t>오답노트</a:t>
              </a:r>
            </a:p>
          </p:txBody>
        </p:sp>
      </p:grpSp>
      <p:sp>
        <p:nvSpPr>
          <p:cNvPr id="268" name="직사각형 267"/>
          <p:cNvSpPr/>
          <p:nvPr userDrawn="1"/>
        </p:nvSpPr>
        <p:spPr>
          <a:xfrm>
            <a:off x="364487" y="1440567"/>
            <a:ext cx="5325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latinLnBrk="1"/>
            <a:r>
              <a:rPr lang="en-US" altLang="ko-KR" sz="1050" b="1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+mn-ea"/>
                <a:ea typeface="+mn-ea"/>
              </a:rPr>
              <a:t>일전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364487" y="1440567"/>
            <a:ext cx="0" cy="36415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 설명선 24"/>
          <p:cNvSpPr/>
          <p:nvPr userDrawn="1"/>
        </p:nvSpPr>
        <p:spPr>
          <a:xfrm>
            <a:off x="1090227" y="1757898"/>
            <a:ext cx="5925924" cy="306000"/>
          </a:xfrm>
          <a:prstGeom prst="wedgeRectCallout">
            <a:avLst>
              <a:gd name="adj1" fmla="val -51048"/>
              <a:gd name="adj2" fmla="val -2677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rtlCol="0" anchor="ctr"/>
          <a:lstStyle/>
          <a:p>
            <a:pPr lvl="0" algn="l"/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국어 중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2-1 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국어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문학편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차시 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노래의 아름다움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  <a:ea typeface="+mn-ea"/>
              </a:rPr>
              <a:t>완료</a:t>
            </a:r>
          </a:p>
        </p:txBody>
      </p:sp>
      <p:sp>
        <p:nvSpPr>
          <p:cNvPr id="26" name="타원 25"/>
          <p:cNvSpPr/>
          <p:nvPr userDrawn="1"/>
        </p:nvSpPr>
        <p:spPr>
          <a:xfrm>
            <a:off x="328410" y="1827355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9" name="모서리가 둥근 직사각형 268"/>
          <p:cNvSpPr/>
          <p:nvPr userDrawn="1"/>
        </p:nvSpPr>
        <p:spPr>
          <a:xfrm>
            <a:off x="1183690" y="1827730"/>
            <a:ext cx="576000" cy="180000"/>
          </a:xfrm>
          <a:prstGeom prst="roundRect">
            <a:avLst>
              <a:gd name="adj" fmla="val 49231"/>
            </a:avLst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rgbClr val="00B0F0"/>
                </a:solidFill>
                <a:latin typeface="+mn-ea"/>
              </a:rPr>
              <a:t>표준학습</a:t>
            </a:r>
          </a:p>
        </p:txBody>
      </p:sp>
      <p:sp>
        <p:nvSpPr>
          <p:cNvPr id="270" name="사각형 설명선 269"/>
          <p:cNvSpPr/>
          <p:nvPr userDrawn="1"/>
        </p:nvSpPr>
        <p:spPr>
          <a:xfrm>
            <a:off x="1090227" y="2110323"/>
            <a:ext cx="5925924" cy="306000"/>
          </a:xfrm>
          <a:prstGeom prst="wedgeRectCallout">
            <a:avLst>
              <a:gd name="adj1" fmla="val -51048"/>
              <a:gd name="adj2" fmla="val -2677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rtlCol="0" anchor="ctr"/>
          <a:lstStyle/>
          <a:p>
            <a:pPr lvl="0" algn="l"/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수학 중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수학 영역별 특강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방정식과 부등식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차시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  <a:ea typeface="+mn-ea"/>
              </a:rPr>
              <a:t>완료</a:t>
            </a:r>
          </a:p>
        </p:txBody>
      </p:sp>
      <p:sp>
        <p:nvSpPr>
          <p:cNvPr id="271" name="타원 270"/>
          <p:cNvSpPr/>
          <p:nvPr userDrawn="1"/>
        </p:nvSpPr>
        <p:spPr>
          <a:xfrm>
            <a:off x="328410" y="2170255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rgbClr val="72AF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2AF2F"/>
              </a:solidFill>
            </a:endParaRPr>
          </a:p>
        </p:txBody>
      </p:sp>
      <p:sp>
        <p:nvSpPr>
          <p:cNvPr id="272" name="모서리가 둥근 직사각형 271"/>
          <p:cNvSpPr/>
          <p:nvPr userDrawn="1"/>
        </p:nvSpPr>
        <p:spPr>
          <a:xfrm>
            <a:off x="1183690" y="2180155"/>
            <a:ext cx="576000" cy="180000"/>
          </a:xfrm>
          <a:prstGeom prst="roundRect">
            <a:avLst>
              <a:gd name="adj" fmla="val 49231"/>
            </a:avLst>
          </a:prstGeom>
          <a:solidFill>
            <a:schemeClr val="bg1">
              <a:lumMod val="95000"/>
            </a:schemeClr>
          </a:solidFill>
          <a:ln>
            <a:solidFill>
              <a:srgbClr val="72AF2F"/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rgbClr val="72AF2F"/>
                </a:solidFill>
                <a:latin typeface="+mn-ea"/>
              </a:rPr>
              <a:t>자율학습</a:t>
            </a:r>
          </a:p>
        </p:txBody>
      </p:sp>
      <p:sp>
        <p:nvSpPr>
          <p:cNvPr id="273" name="사각형 설명선 272"/>
          <p:cNvSpPr/>
          <p:nvPr userDrawn="1"/>
        </p:nvSpPr>
        <p:spPr>
          <a:xfrm>
            <a:off x="1090227" y="2462748"/>
            <a:ext cx="5925924" cy="306000"/>
          </a:xfrm>
          <a:prstGeom prst="wedgeRectCallout">
            <a:avLst>
              <a:gd name="adj1" fmla="val -51048"/>
              <a:gd name="adj2" fmla="val -2677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rtlCol="0" anchor="ctr"/>
          <a:lstStyle/>
          <a:p>
            <a:pPr lvl="0" algn="l"/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영어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중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2-1 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영어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미래엔최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] 14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차시 완강하기 </a:t>
            </a:r>
            <a:r>
              <a:rPr lang="ko-KR" altLang="en-US" sz="1000" b="1" baseline="0" dirty="0">
                <a:solidFill>
                  <a:schemeClr val="tx1"/>
                </a:solidFill>
                <a:latin typeface="+mn-ea"/>
                <a:ea typeface="+mn-ea"/>
              </a:rPr>
              <a:t>미션완료</a:t>
            </a:r>
            <a:endParaRPr lang="ko-KR" altLang="en-US"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74" name="타원 273"/>
          <p:cNvSpPr/>
          <p:nvPr userDrawn="1"/>
        </p:nvSpPr>
        <p:spPr>
          <a:xfrm>
            <a:off x="328410" y="2522680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2AF2F"/>
              </a:solidFill>
            </a:endParaRPr>
          </a:p>
        </p:txBody>
      </p:sp>
      <p:sp>
        <p:nvSpPr>
          <p:cNvPr id="275" name="모서리가 둥근 직사각형 274"/>
          <p:cNvSpPr/>
          <p:nvPr userDrawn="1"/>
        </p:nvSpPr>
        <p:spPr>
          <a:xfrm>
            <a:off x="1183690" y="2532580"/>
            <a:ext cx="576000" cy="180000"/>
          </a:xfrm>
          <a:prstGeom prst="roundRect">
            <a:avLst>
              <a:gd name="adj" fmla="val 49231"/>
            </a:avLst>
          </a:prstGeom>
          <a:solidFill>
            <a:schemeClr val="bg1">
              <a:lumMod val="95000"/>
            </a:schemeClr>
          </a:solidFill>
          <a:ln>
            <a:solidFill>
              <a:srgbClr val="FF5050"/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rgbClr val="FF5050"/>
                </a:solidFill>
                <a:latin typeface="+mn-ea"/>
              </a:rPr>
              <a:t>열곰미션</a:t>
            </a:r>
          </a:p>
        </p:txBody>
      </p:sp>
      <p:sp>
        <p:nvSpPr>
          <p:cNvPr id="276" name="직사각형 275"/>
          <p:cNvSpPr/>
          <p:nvPr userDrawn="1"/>
        </p:nvSpPr>
        <p:spPr>
          <a:xfrm>
            <a:off x="364487" y="1754892"/>
            <a:ext cx="69762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latinLnBrk="1"/>
            <a:r>
              <a:rPr lang="ko-KR" altLang="en-US" sz="900" b="0" dirty="0">
                <a:solidFill>
                  <a:schemeClr val="tx1"/>
                </a:solidFill>
                <a:latin typeface="+mn-ea"/>
                <a:ea typeface="+mn-ea"/>
              </a:rPr>
              <a:t>오전</a:t>
            </a:r>
            <a:r>
              <a:rPr lang="en-US" altLang="ko-KR" sz="900" b="0" dirty="0">
                <a:solidFill>
                  <a:schemeClr val="tx1"/>
                </a:solidFill>
                <a:latin typeface="+mn-ea"/>
                <a:ea typeface="+mn-ea"/>
              </a:rPr>
              <a:t>10:55</a:t>
            </a:r>
            <a:endParaRPr lang="ko-KR" altLang="en-US" sz="9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79" name="직사각형 278"/>
          <p:cNvSpPr/>
          <p:nvPr userDrawn="1"/>
        </p:nvSpPr>
        <p:spPr>
          <a:xfrm>
            <a:off x="364487" y="2097792"/>
            <a:ext cx="69762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latinLnBrk="1"/>
            <a:r>
              <a:rPr lang="ko-KR" altLang="en-US" sz="900" b="0" dirty="0">
                <a:solidFill>
                  <a:schemeClr val="tx1"/>
                </a:solidFill>
                <a:latin typeface="+mn-ea"/>
                <a:ea typeface="+mn-ea"/>
              </a:rPr>
              <a:t>오전</a:t>
            </a:r>
            <a:r>
              <a:rPr lang="en-US" altLang="ko-KR" sz="900" b="0" dirty="0">
                <a:solidFill>
                  <a:schemeClr val="tx1"/>
                </a:solidFill>
                <a:latin typeface="+mn-ea"/>
                <a:ea typeface="+mn-ea"/>
              </a:rPr>
              <a:t>11:10</a:t>
            </a:r>
            <a:endParaRPr lang="ko-KR" altLang="en-US" sz="9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0" name="직사각형 279"/>
          <p:cNvSpPr/>
          <p:nvPr userDrawn="1"/>
        </p:nvSpPr>
        <p:spPr>
          <a:xfrm>
            <a:off x="364487" y="2459742"/>
            <a:ext cx="6735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latinLnBrk="1"/>
            <a:r>
              <a:rPr lang="ko-KR" altLang="en-US" sz="900" b="0" dirty="0">
                <a:solidFill>
                  <a:schemeClr val="tx1"/>
                </a:solidFill>
                <a:latin typeface="+mn-ea"/>
                <a:ea typeface="+mn-ea"/>
              </a:rPr>
              <a:t>오후</a:t>
            </a:r>
            <a:r>
              <a:rPr lang="en-US" altLang="ko-KR" sz="900" b="0" baseline="0" dirty="0">
                <a:solidFill>
                  <a:schemeClr val="tx1"/>
                </a:solidFill>
                <a:latin typeface="+mn-ea"/>
                <a:ea typeface="+mn-ea"/>
              </a:rPr>
              <a:t> 5</a:t>
            </a:r>
            <a:r>
              <a:rPr lang="en-US" altLang="ko-KR" sz="900" b="0" dirty="0">
                <a:solidFill>
                  <a:schemeClr val="tx1"/>
                </a:solidFill>
                <a:latin typeface="+mn-ea"/>
                <a:ea typeface="+mn-ea"/>
              </a:rPr>
              <a:t>:10</a:t>
            </a:r>
            <a:endParaRPr lang="ko-KR" altLang="en-US" sz="9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1" name="사각형 설명선 280"/>
          <p:cNvSpPr/>
          <p:nvPr userDrawn="1"/>
        </p:nvSpPr>
        <p:spPr>
          <a:xfrm>
            <a:off x="1090227" y="2815173"/>
            <a:ext cx="5925924" cy="306000"/>
          </a:xfrm>
          <a:prstGeom prst="wedgeRectCallout">
            <a:avLst>
              <a:gd name="adj1" fmla="val -51048"/>
              <a:gd name="adj2" fmla="val -2677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rtlCol="0" anchor="ctr"/>
          <a:lstStyle/>
          <a:p>
            <a:pPr lvl="0" algn="l"/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국어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차시 개념테스트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  <a:ea typeface="+mn-ea"/>
              </a:rPr>
              <a:t>완료</a:t>
            </a:r>
          </a:p>
        </p:txBody>
      </p:sp>
      <p:sp>
        <p:nvSpPr>
          <p:cNvPr id="282" name="타원 281"/>
          <p:cNvSpPr/>
          <p:nvPr userDrawn="1"/>
        </p:nvSpPr>
        <p:spPr>
          <a:xfrm>
            <a:off x="328410" y="2875105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2AF2F"/>
              </a:solidFill>
            </a:endParaRPr>
          </a:p>
        </p:txBody>
      </p:sp>
      <p:sp>
        <p:nvSpPr>
          <p:cNvPr id="283" name="모서리가 둥근 직사각형 282"/>
          <p:cNvSpPr/>
          <p:nvPr userDrawn="1"/>
        </p:nvSpPr>
        <p:spPr>
          <a:xfrm>
            <a:off x="1183690" y="2885005"/>
            <a:ext cx="576000" cy="180000"/>
          </a:xfrm>
          <a:prstGeom prst="roundRect">
            <a:avLst>
              <a:gd name="adj" fmla="val 49231"/>
            </a:avLst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rgbClr val="7030A0"/>
                </a:solidFill>
                <a:latin typeface="+mn-ea"/>
              </a:rPr>
              <a:t>오답노트</a:t>
            </a:r>
          </a:p>
        </p:txBody>
      </p:sp>
      <p:sp>
        <p:nvSpPr>
          <p:cNvPr id="284" name="직사각형 283"/>
          <p:cNvSpPr/>
          <p:nvPr userDrawn="1"/>
        </p:nvSpPr>
        <p:spPr>
          <a:xfrm>
            <a:off x="364487" y="2812167"/>
            <a:ext cx="6735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latinLnBrk="1"/>
            <a:r>
              <a:rPr lang="ko-KR" altLang="en-US" sz="900" b="0" dirty="0">
                <a:solidFill>
                  <a:schemeClr val="tx1"/>
                </a:solidFill>
                <a:latin typeface="+mn-ea"/>
                <a:ea typeface="+mn-ea"/>
              </a:rPr>
              <a:t>오후</a:t>
            </a:r>
            <a:r>
              <a:rPr lang="en-US" altLang="ko-KR" sz="900" b="0" baseline="0" dirty="0">
                <a:solidFill>
                  <a:schemeClr val="tx1"/>
                </a:solidFill>
                <a:latin typeface="+mn-ea"/>
                <a:ea typeface="+mn-ea"/>
              </a:rPr>
              <a:t> 6</a:t>
            </a:r>
            <a:r>
              <a:rPr lang="en-US" altLang="ko-KR" sz="900" b="0" dirty="0">
                <a:solidFill>
                  <a:schemeClr val="tx1"/>
                </a:solidFill>
                <a:latin typeface="+mn-ea"/>
                <a:ea typeface="+mn-ea"/>
              </a:rPr>
              <a:t>:18</a:t>
            </a:r>
            <a:endParaRPr lang="ko-KR" altLang="en-US" sz="9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5" name="직사각형 284"/>
          <p:cNvSpPr/>
          <p:nvPr userDrawn="1"/>
        </p:nvSpPr>
        <p:spPr>
          <a:xfrm>
            <a:off x="364487" y="3269367"/>
            <a:ext cx="88357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latinLnBrk="1"/>
            <a:r>
              <a:rPr lang="en-US" altLang="ko-KR" sz="1050" b="1" dirty="0">
                <a:solidFill>
                  <a:schemeClr val="tx1"/>
                </a:solidFill>
                <a:latin typeface="+mn-ea"/>
                <a:ea typeface="+mn-ea"/>
              </a:rPr>
              <a:t>2020.07.07</a:t>
            </a:r>
            <a:endParaRPr lang="ko-KR" altLang="en-US" sz="105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6" name="사각형 설명선 285"/>
          <p:cNvSpPr/>
          <p:nvPr userDrawn="1"/>
        </p:nvSpPr>
        <p:spPr>
          <a:xfrm>
            <a:off x="1090227" y="3605748"/>
            <a:ext cx="5925924" cy="306000"/>
          </a:xfrm>
          <a:prstGeom prst="wedgeRectCallout">
            <a:avLst>
              <a:gd name="adj1" fmla="val -51048"/>
              <a:gd name="adj2" fmla="val -2677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rtlCol="0" anchor="ctr"/>
          <a:lstStyle/>
          <a:p>
            <a:pPr lvl="0" algn="l"/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국어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내신진도 중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2-1 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국어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금성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] 7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차시 </a:t>
            </a:r>
            <a:r>
              <a:rPr lang="en-US" altLang="ko-KR" sz="1000" baseline="0" dirty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r>
              <a:rPr lang="ko-KR" altLang="en-US" sz="1000" baseline="0" dirty="0">
                <a:solidFill>
                  <a:schemeClr val="tx1"/>
                </a:solidFill>
                <a:latin typeface="+mn-ea"/>
                <a:ea typeface="+mn-ea"/>
              </a:rPr>
              <a:t>음운의 특성과 체계 </a:t>
            </a:r>
            <a:r>
              <a:rPr lang="ko-KR" altLang="en-US" sz="1000" b="1" baseline="0" dirty="0">
                <a:solidFill>
                  <a:schemeClr val="tx1"/>
                </a:solidFill>
                <a:latin typeface="+mn-ea"/>
                <a:ea typeface="+mn-ea"/>
              </a:rPr>
              <a:t>응시완료</a:t>
            </a:r>
            <a:endParaRPr lang="ko-KR" altLang="en-US"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7" name="타원 286"/>
          <p:cNvSpPr/>
          <p:nvPr userDrawn="1"/>
        </p:nvSpPr>
        <p:spPr>
          <a:xfrm>
            <a:off x="328410" y="3675205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8" name="모서리가 둥근 직사각형 287"/>
          <p:cNvSpPr/>
          <p:nvPr userDrawn="1"/>
        </p:nvSpPr>
        <p:spPr>
          <a:xfrm>
            <a:off x="1183690" y="3675580"/>
            <a:ext cx="576000" cy="180000"/>
          </a:xfrm>
          <a:prstGeom prst="roundRect">
            <a:avLst>
              <a:gd name="adj" fmla="val 49231"/>
            </a:avLst>
          </a:prstGeom>
          <a:solidFill>
            <a:schemeClr val="bg1">
              <a:lumMod val="95000"/>
            </a:schemeClr>
          </a:solidFill>
          <a:ln>
            <a:solidFill>
              <a:srgbClr val="FFC000"/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>
                <a:solidFill>
                  <a:srgbClr val="FFC000"/>
                </a:solidFill>
                <a:latin typeface="+mn-ea"/>
              </a:rPr>
              <a:t>오답노트</a:t>
            </a:r>
            <a:endParaRPr lang="ko-KR" altLang="en-US" sz="800" dirty="0">
              <a:solidFill>
                <a:srgbClr val="FFC000"/>
              </a:solidFill>
              <a:latin typeface="+mn-ea"/>
            </a:endParaRPr>
          </a:p>
        </p:txBody>
      </p:sp>
      <p:sp>
        <p:nvSpPr>
          <p:cNvPr id="289" name="직사각형 288"/>
          <p:cNvSpPr/>
          <p:nvPr userDrawn="1"/>
        </p:nvSpPr>
        <p:spPr>
          <a:xfrm>
            <a:off x="364487" y="3602742"/>
            <a:ext cx="69762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latinLnBrk="1"/>
            <a:r>
              <a:rPr lang="ko-KR" altLang="en-US" sz="900" b="0" dirty="0">
                <a:solidFill>
                  <a:schemeClr val="tx1"/>
                </a:solidFill>
                <a:latin typeface="+mn-ea"/>
                <a:ea typeface="+mn-ea"/>
              </a:rPr>
              <a:t>오전</a:t>
            </a:r>
            <a:r>
              <a:rPr lang="en-US" altLang="ko-KR" sz="900" b="0" dirty="0">
                <a:solidFill>
                  <a:schemeClr val="tx1"/>
                </a:solidFill>
                <a:latin typeface="+mn-ea"/>
                <a:ea typeface="+mn-ea"/>
              </a:rPr>
              <a:t>10:55</a:t>
            </a:r>
            <a:endParaRPr lang="ko-KR" altLang="en-US" sz="9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22" name="그림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70" y="810162"/>
            <a:ext cx="169884" cy="166941"/>
          </a:xfrm>
          <a:prstGeom prst="rect">
            <a:avLst/>
          </a:prstGeom>
        </p:spPr>
      </p:pic>
      <p:sp>
        <p:nvSpPr>
          <p:cNvPr id="84" name="내용 개체 틀 20"/>
          <p:cNvSpPr txBox="1">
            <a:spLocks/>
          </p:cNvSpPr>
          <p:nvPr userDrawn="1"/>
        </p:nvSpPr>
        <p:spPr>
          <a:xfrm>
            <a:off x="359081" y="1146374"/>
            <a:ext cx="828000" cy="19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lIns="0" tIns="18000" rIns="0" bIns="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/>
              <a:t>일간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ㅣ</a:t>
            </a:r>
            <a:r>
              <a:rPr lang="ko-KR" altLang="en-US" sz="800" dirty="0"/>
              <a:t>  종합   </a:t>
            </a:r>
          </a:p>
        </p:txBody>
      </p:sp>
      <p:sp>
        <p:nvSpPr>
          <p:cNvPr id="85" name="모서리가 둥근 직사각형 84"/>
          <p:cNvSpPr/>
          <p:nvPr userDrawn="1"/>
        </p:nvSpPr>
        <p:spPr>
          <a:xfrm>
            <a:off x="354350" y="1142180"/>
            <a:ext cx="414000" cy="201632"/>
          </a:xfrm>
          <a:prstGeom prst="roundRect">
            <a:avLst>
              <a:gd name="adj" fmla="val 12923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12700" dist="12700" dir="5400000" algn="t" rotWithShape="0">
              <a:prstClr val="black">
                <a:alpha val="27000"/>
              </a:prstClr>
            </a:outerShdw>
          </a:effectLst>
        </p:spPr>
        <p:txBody>
          <a:bodyPr lIns="0" tIns="18000" rIns="0" bIns="0" anchor="ctr"/>
          <a:lstStyle/>
          <a:p>
            <a:pPr lvl="0" indent="0" algn="ctr" defTabSz="914400" latinLnBrk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800" b="0" dirty="0">
                <a:solidFill>
                  <a:schemeClr val="bg1"/>
                </a:solidFill>
                <a:latin typeface="+mn-ea"/>
              </a:rPr>
              <a:t>일간</a:t>
            </a: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8" y="818063"/>
            <a:ext cx="168901" cy="168901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44" t="10705" b="20145"/>
          <a:stretch/>
        </p:blipFill>
        <p:spPr>
          <a:xfrm>
            <a:off x="6843821" y="792157"/>
            <a:ext cx="172330" cy="184945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379" y="725870"/>
            <a:ext cx="432470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36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3.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1055289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300" dirty="0">
                <a:latin typeface="+mn-ea"/>
                <a:ea typeface="+mn-ea"/>
              </a:rPr>
              <a:t>SMART</a:t>
            </a:r>
            <a:r>
              <a:rPr lang="ko-KR" altLang="en-US" sz="1300" dirty="0">
                <a:latin typeface="+mn-ea"/>
                <a:ea typeface="+mn-ea"/>
              </a:rPr>
              <a:t>내신</a:t>
            </a:r>
            <a:endParaRPr lang="en-US" altLang="ko-KR" sz="1300" dirty="0">
              <a:latin typeface="+mn-ea"/>
              <a:ea typeface="+mn-ea"/>
            </a:endParaRPr>
          </a:p>
        </p:txBody>
      </p:sp>
      <p:sp>
        <p:nvSpPr>
          <p:cNvPr id="121" name="모서리가 둥근 직사각형 120"/>
          <p:cNvSpPr/>
          <p:nvPr userDrawn="1"/>
        </p:nvSpPr>
        <p:spPr bwMode="auto">
          <a:xfrm>
            <a:off x="162493" y="703949"/>
            <a:ext cx="7005100" cy="437818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  <p:sp>
        <p:nvSpPr>
          <p:cNvPr id="122" name="내용 개체 틀 20"/>
          <p:cNvSpPr txBox="1">
            <a:spLocks/>
          </p:cNvSpPr>
          <p:nvPr userDrawn="1"/>
        </p:nvSpPr>
        <p:spPr>
          <a:xfrm>
            <a:off x="159583" y="707870"/>
            <a:ext cx="7012741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10800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나의 학습현황</a:t>
            </a:r>
          </a:p>
        </p:txBody>
      </p:sp>
      <p:sp>
        <p:nvSpPr>
          <p:cNvPr id="82" name="내용 개체 틀 20"/>
          <p:cNvSpPr txBox="1">
            <a:spLocks/>
          </p:cNvSpPr>
          <p:nvPr userDrawn="1"/>
        </p:nvSpPr>
        <p:spPr>
          <a:xfrm>
            <a:off x="159583" y="703949"/>
            <a:ext cx="7012741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ko-KR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SMART</a:t>
            </a:r>
            <a:r>
              <a:rPr lang="ko-KR" altLang="en-US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내신</a:t>
            </a: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716" y="776477"/>
            <a:ext cx="222035" cy="222035"/>
          </a:xfrm>
          <a:prstGeom prst="rect">
            <a:avLst/>
          </a:prstGeom>
        </p:spPr>
      </p:pic>
      <p:sp>
        <p:nvSpPr>
          <p:cNvPr id="36" name="모서리가 둥근 직사각형 35"/>
          <p:cNvSpPr/>
          <p:nvPr userDrawn="1"/>
        </p:nvSpPr>
        <p:spPr>
          <a:xfrm>
            <a:off x="802785" y="1403587"/>
            <a:ext cx="5742130" cy="5349637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12000" tIns="108000" rIns="0" rtlCol="0" anchor="t"/>
          <a:lstStyle/>
          <a:p>
            <a:pPr>
              <a:lnSpc>
                <a:spcPct val="120000"/>
              </a:lnSpc>
            </a:pPr>
            <a:r>
              <a:rPr lang="en-US" altLang="ko-KR" sz="900" b="1" dirty="0">
                <a:solidFill>
                  <a:srgbClr val="FF2525"/>
                </a:solidFill>
                <a:latin typeface="+mn-ea"/>
              </a:rPr>
              <a:t>42</a:t>
            </a:r>
            <a:r>
              <a:rPr lang="ko-KR" altLang="en-US" sz="900" b="1" dirty="0">
                <a:solidFill>
                  <a:srgbClr val="FF2525"/>
                </a:solidFill>
                <a:latin typeface="+mn-ea"/>
              </a:rPr>
              <a:t>차시 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(180</a:t>
            </a:r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일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중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3-1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국어</a:t>
            </a:r>
            <a:r>
              <a:rPr lang="en-US" altLang="ko-KR" sz="1100" b="1" baseline="0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금성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ko-KR" sz="4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900" b="0" dirty="0">
                <a:solidFill>
                  <a:schemeClr val="tx1"/>
                </a:solidFill>
                <a:latin typeface="+mn-ea"/>
              </a:rPr>
              <a:t>중</a:t>
            </a:r>
            <a:r>
              <a:rPr lang="en-US" altLang="ko-KR" sz="900" b="0" dirty="0">
                <a:solidFill>
                  <a:schemeClr val="tx1"/>
                </a:solidFill>
                <a:latin typeface="+mn-ea"/>
              </a:rPr>
              <a:t>3-1 </a:t>
            </a:r>
            <a:r>
              <a:rPr lang="ko-KR" altLang="en-US" sz="900" b="0" dirty="0">
                <a:solidFill>
                  <a:schemeClr val="tx1"/>
                </a:solidFill>
                <a:latin typeface="+mn-ea"/>
              </a:rPr>
              <a:t>국어 </a:t>
            </a:r>
            <a:r>
              <a:rPr lang="en-US" altLang="ko-KR" sz="900" b="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900" b="0" dirty="0">
                <a:solidFill>
                  <a:schemeClr val="tx1"/>
                </a:solidFill>
                <a:latin typeface="+mn-ea"/>
              </a:rPr>
              <a:t>자습서</a:t>
            </a:r>
            <a:r>
              <a:rPr lang="en-US" altLang="ko-KR" sz="9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b="0" dirty="0">
                <a:solidFill>
                  <a:schemeClr val="tx1"/>
                </a:solidFill>
                <a:latin typeface="+mn-ea"/>
              </a:rPr>
              <a:t>평가문제집겸용</a:t>
            </a:r>
            <a:r>
              <a:rPr lang="en-US" altLang="ko-KR" sz="900" b="0" dirty="0">
                <a:solidFill>
                  <a:schemeClr val="tx1"/>
                </a:solidFill>
                <a:latin typeface="+mn-ea"/>
              </a:rPr>
              <a:t>)(</a:t>
            </a:r>
            <a:r>
              <a:rPr lang="ko-KR" altLang="en-US" sz="900" b="0" dirty="0">
                <a:solidFill>
                  <a:schemeClr val="tx1"/>
                </a:solidFill>
                <a:latin typeface="+mn-ea"/>
              </a:rPr>
              <a:t>금성 류수열</a:t>
            </a:r>
            <a:r>
              <a:rPr lang="en-US" altLang="ko-KR" sz="10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#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내신 진도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#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신구 강좌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#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난이도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하</a:t>
            </a:r>
            <a:endParaRPr lang="en-US" altLang="ko-KR" sz="8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             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926188" y="1514652"/>
            <a:ext cx="1231115" cy="1364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36000" rtlCol="0" anchor="t">
            <a:normAutofit fontScale="92500" lnSpcReduction="20000"/>
          </a:bodyPr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중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3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국어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900" b="0" dirty="0">
              <a:solidFill>
                <a:schemeClr val="tx1"/>
              </a:solidFill>
            </a:endParaRPr>
          </a:p>
          <a:p>
            <a:pPr algn="ctr"/>
            <a:endParaRPr lang="en-US" altLang="ko-KR" sz="900" b="0" dirty="0">
              <a:solidFill>
                <a:schemeClr val="tx1"/>
              </a:solidFill>
            </a:endParaRPr>
          </a:p>
          <a:p>
            <a:pPr algn="ctr"/>
            <a:endParaRPr lang="en-US" altLang="ko-KR" sz="900" b="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b="0" dirty="0">
                <a:solidFill>
                  <a:schemeClr val="tx1"/>
                </a:solidFill>
              </a:rPr>
              <a:t>김지원 선생님</a:t>
            </a:r>
            <a:endParaRPr lang="en-US" altLang="ko-KR" sz="500" b="0" dirty="0">
              <a:solidFill>
                <a:schemeClr val="tx1"/>
              </a:solidFill>
            </a:endParaRPr>
          </a:p>
          <a:p>
            <a:pPr algn="ctr"/>
            <a:endParaRPr lang="en-US" altLang="ko-KR" sz="900" b="0" dirty="0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/>
          <p:cNvSpPr/>
          <p:nvPr userDrawn="1"/>
        </p:nvSpPr>
        <p:spPr>
          <a:xfrm>
            <a:off x="6596991" y="1403588"/>
            <a:ext cx="578243" cy="3678549"/>
          </a:xfrm>
          <a:prstGeom prst="roundRect">
            <a:avLst>
              <a:gd name="adj" fmla="val 967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12000" tIns="108000" rIns="36000" rtlCol="0" anchor="t"/>
          <a:lstStyle/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8" name="모서리가 둥근 직사각형 117"/>
          <p:cNvSpPr/>
          <p:nvPr userDrawn="1"/>
        </p:nvSpPr>
        <p:spPr>
          <a:xfrm>
            <a:off x="2347012" y="2639046"/>
            <a:ext cx="900000" cy="238211"/>
          </a:xfrm>
          <a:prstGeom prst="roundRect">
            <a:avLst>
              <a:gd name="adj" fmla="val 1292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10800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소개영상</a:t>
            </a:r>
          </a:p>
        </p:txBody>
      </p:sp>
      <p:sp>
        <p:nvSpPr>
          <p:cNvPr id="124" name="이등변 삼각형 123"/>
          <p:cNvSpPr/>
          <p:nvPr userDrawn="1"/>
        </p:nvSpPr>
        <p:spPr>
          <a:xfrm rot="5400000">
            <a:off x="2530321" y="2728972"/>
            <a:ext cx="95250" cy="4571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모서리가 둥근 직사각형 124"/>
          <p:cNvSpPr/>
          <p:nvPr userDrawn="1"/>
        </p:nvSpPr>
        <p:spPr>
          <a:xfrm>
            <a:off x="3299090" y="2639046"/>
            <a:ext cx="900000" cy="238211"/>
          </a:xfrm>
          <a:prstGeom prst="roundRect">
            <a:avLst>
              <a:gd name="adj" fmla="val 1292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10800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찜하기</a:t>
            </a:r>
          </a:p>
        </p:txBody>
      </p:sp>
      <p:sp>
        <p:nvSpPr>
          <p:cNvPr id="58" name="하트 57"/>
          <p:cNvSpPr/>
          <p:nvPr userDrawn="1"/>
        </p:nvSpPr>
        <p:spPr>
          <a:xfrm>
            <a:off x="3518155" y="2713866"/>
            <a:ext cx="90000" cy="90000"/>
          </a:xfrm>
          <a:prstGeom prst="hear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모서리가 둥근 직사각형 42"/>
          <p:cNvSpPr/>
          <p:nvPr userDrawn="1"/>
        </p:nvSpPr>
        <p:spPr>
          <a:xfrm flipH="1">
            <a:off x="162493" y="1403588"/>
            <a:ext cx="586676" cy="3678549"/>
          </a:xfrm>
          <a:prstGeom prst="roundRect">
            <a:avLst>
              <a:gd name="adj" fmla="val 1206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12000" tIns="108000" rIns="36000" rtlCol="0" anchor="t"/>
          <a:lstStyle/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내용 개체 틀 20"/>
          <p:cNvSpPr txBox="1">
            <a:spLocks/>
          </p:cNvSpPr>
          <p:nvPr userDrawn="1"/>
        </p:nvSpPr>
        <p:spPr>
          <a:xfrm>
            <a:off x="159583" y="1093270"/>
            <a:ext cx="7015651" cy="253668"/>
          </a:xfrm>
          <a:prstGeom prst="rect">
            <a:avLst/>
          </a:prstGeom>
          <a:noFill/>
          <a:ln>
            <a:noFill/>
          </a:ln>
        </p:spPr>
        <p:txBody>
          <a:bodyPr lIns="0" tIns="54000" rIns="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내신진도</a:t>
            </a:r>
            <a:r>
              <a:rPr lang="ko-KR" altLang="en-US" sz="900" b="0" kern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    ㅣ</a:t>
            </a:r>
            <a:r>
              <a:rPr lang="ko-KR" altLang="en-US" sz="900" b="0" kern="1200" baseline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   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방학특강  </a:t>
            </a:r>
            <a:r>
              <a:rPr lang="ko-KR" altLang="en-US" sz="900" baseline="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ko-KR" altLang="en-US" sz="900" b="0" kern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ㅣ</a:t>
            </a:r>
            <a:r>
              <a:rPr lang="ko-KR" altLang="en-US" sz="900" b="0" kern="1200" baseline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   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시험특강</a:t>
            </a:r>
          </a:p>
        </p:txBody>
      </p:sp>
      <p:sp>
        <p:nvSpPr>
          <p:cNvPr id="89" name="모서리가 둥근 직사각형 88"/>
          <p:cNvSpPr/>
          <p:nvPr userDrawn="1"/>
        </p:nvSpPr>
        <p:spPr>
          <a:xfrm>
            <a:off x="253097" y="1112938"/>
            <a:ext cx="1332000" cy="234000"/>
          </a:xfrm>
          <a:prstGeom prst="roundRect">
            <a:avLst>
              <a:gd name="adj" fmla="val 49231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우리학교 교과서 설정</a:t>
            </a:r>
          </a:p>
        </p:txBody>
      </p:sp>
      <p:sp>
        <p:nvSpPr>
          <p:cNvPr id="93" name="모서리가 둥근 직사각형 92"/>
          <p:cNvSpPr/>
          <p:nvPr userDrawn="1"/>
        </p:nvSpPr>
        <p:spPr>
          <a:xfrm>
            <a:off x="5786704" y="1112938"/>
            <a:ext cx="461277" cy="234000"/>
          </a:xfrm>
          <a:prstGeom prst="roundRect">
            <a:avLst>
              <a:gd name="adj" fmla="val 4923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직사각형 105"/>
          <p:cNvSpPr/>
          <p:nvPr userDrawn="1"/>
        </p:nvSpPr>
        <p:spPr>
          <a:xfrm>
            <a:off x="6006662" y="1134131"/>
            <a:ext cx="261610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/>
                </a:solidFill>
                <a:latin typeface="+mn-ea"/>
              </a:rPr>
              <a:t>▼</a:t>
            </a:r>
            <a:endParaRPr lang="ko-KR" altLang="en-US" sz="600" dirty="0"/>
          </a:p>
        </p:txBody>
      </p:sp>
      <p:sp>
        <p:nvSpPr>
          <p:cNvPr id="108" name="모서리가 둥근 직사각형 107"/>
          <p:cNvSpPr/>
          <p:nvPr userDrawn="1"/>
        </p:nvSpPr>
        <p:spPr>
          <a:xfrm>
            <a:off x="6282897" y="1112938"/>
            <a:ext cx="770446" cy="234000"/>
          </a:xfrm>
          <a:prstGeom prst="roundRect">
            <a:avLst>
              <a:gd name="adj" fmla="val 4923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72000" tIns="18000" rIns="0" bIns="0" anchor="ctr"/>
          <a:lstStyle/>
          <a:p>
            <a:pPr algn="l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과목 전체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직사각형 108"/>
          <p:cNvSpPr/>
          <p:nvPr userDrawn="1"/>
        </p:nvSpPr>
        <p:spPr>
          <a:xfrm>
            <a:off x="6821474" y="1134131"/>
            <a:ext cx="261610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/>
                </a:solidFill>
                <a:latin typeface="+mn-ea"/>
              </a:rPr>
              <a:t>▼</a:t>
            </a:r>
            <a:endParaRPr lang="ko-KR" altLang="en-US" sz="600" dirty="0"/>
          </a:p>
        </p:txBody>
      </p:sp>
      <p:pic>
        <p:nvPicPr>
          <p:cNvPr id="112" name="그림 1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44" t="10705" b="20145"/>
          <a:stretch/>
        </p:blipFill>
        <p:spPr>
          <a:xfrm>
            <a:off x="6843821" y="792157"/>
            <a:ext cx="172330" cy="184945"/>
          </a:xfrm>
          <a:prstGeom prst="rect">
            <a:avLst/>
          </a:prstGeom>
        </p:spPr>
      </p:pic>
      <p:pic>
        <p:nvPicPr>
          <p:cNvPr id="113" name="그림 1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379" y="725870"/>
            <a:ext cx="432470" cy="324000"/>
          </a:xfrm>
          <a:prstGeom prst="rect">
            <a:avLst/>
          </a:prstGeom>
        </p:spPr>
      </p:pic>
      <p:cxnSp>
        <p:nvCxnSpPr>
          <p:cNvPr id="138" name="직선 연결선 137"/>
          <p:cNvCxnSpPr/>
          <p:nvPr userDrawn="1"/>
        </p:nvCxnSpPr>
        <p:spPr>
          <a:xfrm>
            <a:off x="919302" y="3019425"/>
            <a:ext cx="324047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모서리가 둥근 직사각형 138"/>
          <p:cNvSpPr/>
          <p:nvPr userDrawn="1"/>
        </p:nvSpPr>
        <p:spPr>
          <a:xfrm>
            <a:off x="820301" y="2979682"/>
            <a:ext cx="5724613" cy="252000"/>
          </a:xfrm>
          <a:prstGeom prst="roundRect">
            <a:avLst>
              <a:gd name="adj" fmla="val 0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Ins="72000" bIns="36000" rtlCol="0" anchor="ctr"/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ko-KR" altLang="en-US" sz="10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강의 목차</a:t>
            </a:r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            </a:t>
            </a:r>
          </a:p>
        </p:txBody>
      </p:sp>
      <p:grpSp>
        <p:nvGrpSpPr>
          <p:cNvPr id="141" name="그룹 140"/>
          <p:cNvGrpSpPr/>
          <p:nvPr userDrawn="1"/>
        </p:nvGrpSpPr>
        <p:grpSpPr>
          <a:xfrm>
            <a:off x="6098747" y="3009900"/>
            <a:ext cx="234359" cy="200055"/>
            <a:chOff x="5606067" y="3250967"/>
            <a:chExt cx="234359" cy="200055"/>
          </a:xfrm>
        </p:grpSpPr>
        <p:sp>
          <p:nvSpPr>
            <p:cNvPr id="142" name="타원 141"/>
            <p:cNvSpPr/>
            <p:nvPr userDrawn="1"/>
          </p:nvSpPr>
          <p:spPr>
            <a:xfrm>
              <a:off x="5648325" y="3282442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직사각형 142"/>
            <p:cNvSpPr/>
            <p:nvPr userDrawn="1"/>
          </p:nvSpPr>
          <p:spPr>
            <a:xfrm>
              <a:off x="5606067" y="3250967"/>
              <a:ext cx="234359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 latinLnBrk="1"/>
              <a:r>
                <a:rPr lang="en-US" altLang="ko-KR" sz="700" dirty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44" name="그룹 143"/>
          <p:cNvGrpSpPr/>
          <p:nvPr userDrawn="1"/>
        </p:nvGrpSpPr>
        <p:grpSpPr>
          <a:xfrm>
            <a:off x="6263847" y="3009900"/>
            <a:ext cx="234359" cy="200055"/>
            <a:chOff x="5606067" y="3250967"/>
            <a:chExt cx="234359" cy="200055"/>
          </a:xfrm>
        </p:grpSpPr>
        <p:sp>
          <p:nvSpPr>
            <p:cNvPr id="145" name="타원 144"/>
            <p:cNvSpPr/>
            <p:nvPr userDrawn="1"/>
          </p:nvSpPr>
          <p:spPr>
            <a:xfrm>
              <a:off x="5648325" y="3282442"/>
              <a:ext cx="144000" cy="144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직사각형 145"/>
            <p:cNvSpPr/>
            <p:nvPr userDrawn="1"/>
          </p:nvSpPr>
          <p:spPr>
            <a:xfrm>
              <a:off x="5606067" y="3250967"/>
              <a:ext cx="234359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 latinLnBrk="1"/>
              <a:r>
                <a:rPr lang="en-US" altLang="ko-KR" sz="700" dirty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" name="직사각형 5"/>
          <p:cNvSpPr/>
          <p:nvPr userDrawn="1"/>
        </p:nvSpPr>
        <p:spPr>
          <a:xfrm>
            <a:off x="845010" y="3256605"/>
            <a:ext cx="1170513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lnSpc>
                <a:spcPct val="120000"/>
              </a:lnSpc>
              <a:buAutoNum type="arabicPeriod"/>
            </a:pPr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 문학의 아름다움</a:t>
            </a:r>
            <a:endParaRPr lang="en-US" altLang="ko-KR" sz="9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1" name="직사각형 160"/>
          <p:cNvSpPr/>
          <p:nvPr userDrawn="1"/>
        </p:nvSpPr>
        <p:spPr>
          <a:xfrm>
            <a:off x="845010" y="4512327"/>
            <a:ext cx="2284600" cy="2421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2.</a:t>
            </a:r>
            <a:r>
              <a:rPr lang="en-US" altLang="ko-KR" sz="900" b="1" baseline="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b="1" baseline="0" dirty="0">
                <a:solidFill>
                  <a:schemeClr val="tx1"/>
                </a:solidFill>
                <a:latin typeface="+mn-ea"/>
              </a:rPr>
              <a:t>분별력 있는 듣기</a:t>
            </a:r>
            <a:r>
              <a:rPr lang="en-US" altLang="ko-KR" sz="900" b="1" baseline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b="1" baseline="0" dirty="0">
                <a:solidFill>
                  <a:schemeClr val="tx1"/>
                </a:solidFill>
                <a:latin typeface="+mn-ea"/>
              </a:rPr>
              <a:t>자신감 있는 말하기</a:t>
            </a:r>
            <a:endParaRPr lang="en-US" altLang="ko-KR" sz="9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62" name="표 16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08332537"/>
              </p:ext>
            </p:extLst>
          </p:nvPr>
        </p:nvGraphicFramePr>
        <p:xfrm>
          <a:off x="829825" y="3510149"/>
          <a:ext cx="5715090" cy="92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725">
                  <a:extLst>
                    <a:ext uri="{9D8B030D-6E8A-4147-A177-3AD203B41FA5}">
                      <a16:colId xmlns:a16="http://schemas.microsoft.com/office/drawing/2014/main" val="3859713607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82203146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094867245"/>
                    </a:ext>
                  </a:extLst>
                </a:gridCol>
                <a:gridCol w="1115045">
                  <a:extLst>
                    <a:ext uri="{9D8B030D-6E8A-4147-A177-3AD203B41FA5}">
                      <a16:colId xmlns:a16="http://schemas.microsoft.com/office/drawing/2014/main" val="769615023"/>
                    </a:ext>
                  </a:extLst>
                </a:gridCol>
                <a:gridCol w="743570">
                  <a:extLst>
                    <a:ext uri="{9D8B030D-6E8A-4147-A177-3AD203B41FA5}">
                      <a16:colId xmlns:a16="http://schemas.microsoft.com/office/drawing/2014/main" val="2677532040"/>
                    </a:ext>
                  </a:extLst>
                </a:gridCol>
              </a:tblGrid>
              <a:tr h="306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노래의 아름다움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교과서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10-12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10634"/>
                  </a:ext>
                </a:extLst>
              </a:tr>
              <a:tr h="306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노래의 아름다움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교과서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10-12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88039"/>
                  </a:ext>
                </a:extLst>
              </a:tr>
              <a:tr h="306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노래의 아름다움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교과서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10-12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19370"/>
                  </a:ext>
                </a:extLst>
              </a:tr>
            </a:tbl>
          </a:graphicData>
        </a:graphic>
      </p:graphicFrame>
      <p:sp>
        <p:nvSpPr>
          <p:cNvPr id="163" name="모서리가 둥근 직사각형 162"/>
          <p:cNvSpPr/>
          <p:nvPr userDrawn="1"/>
        </p:nvSpPr>
        <p:spPr>
          <a:xfrm>
            <a:off x="5786750" y="3562971"/>
            <a:ext cx="648000" cy="198000"/>
          </a:xfrm>
          <a:prstGeom prst="roundRect">
            <a:avLst>
              <a:gd name="adj" fmla="val 1292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학습하기</a:t>
            </a:r>
          </a:p>
        </p:txBody>
      </p:sp>
      <p:sp>
        <p:nvSpPr>
          <p:cNvPr id="164" name="모서리가 둥근 직사각형 163"/>
          <p:cNvSpPr/>
          <p:nvPr userDrawn="1"/>
        </p:nvSpPr>
        <p:spPr>
          <a:xfrm>
            <a:off x="5786750" y="3867771"/>
            <a:ext cx="648000" cy="198000"/>
          </a:xfrm>
          <a:prstGeom prst="roundRect">
            <a:avLst>
              <a:gd name="adj" fmla="val 1292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이어학습</a:t>
            </a:r>
          </a:p>
        </p:txBody>
      </p:sp>
      <p:sp>
        <p:nvSpPr>
          <p:cNvPr id="165" name="모서리가 둥근 직사각형 164"/>
          <p:cNvSpPr/>
          <p:nvPr userDrawn="1"/>
        </p:nvSpPr>
        <p:spPr>
          <a:xfrm>
            <a:off x="5786750" y="4172571"/>
            <a:ext cx="648000" cy="198000"/>
          </a:xfrm>
          <a:prstGeom prst="roundRect">
            <a:avLst>
              <a:gd name="adj" fmla="val 1292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학습하기</a:t>
            </a:r>
          </a:p>
        </p:txBody>
      </p:sp>
      <p:graphicFrame>
        <p:nvGraphicFramePr>
          <p:cNvPr id="168" name="표 16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02653068"/>
              </p:ext>
            </p:extLst>
          </p:nvPr>
        </p:nvGraphicFramePr>
        <p:xfrm>
          <a:off x="829825" y="4775217"/>
          <a:ext cx="5715090" cy="6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725">
                  <a:extLst>
                    <a:ext uri="{9D8B030D-6E8A-4147-A177-3AD203B41FA5}">
                      <a16:colId xmlns:a16="http://schemas.microsoft.com/office/drawing/2014/main" val="3859713607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82203146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094867245"/>
                    </a:ext>
                  </a:extLst>
                </a:gridCol>
                <a:gridCol w="1115045">
                  <a:extLst>
                    <a:ext uri="{9D8B030D-6E8A-4147-A177-3AD203B41FA5}">
                      <a16:colId xmlns:a16="http://schemas.microsoft.com/office/drawing/2014/main" val="769615023"/>
                    </a:ext>
                  </a:extLst>
                </a:gridCol>
                <a:gridCol w="743570">
                  <a:extLst>
                    <a:ext uri="{9D8B030D-6E8A-4147-A177-3AD203B41FA5}">
                      <a16:colId xmlns:a16="http://schemas.microsoft.com/office/drawing/2014/main" val="2677532040"/>
                    </a:ext>
                  </a:extLst>
                </a:gridCol>
              </a:tblGrid>
              <a:tr h="306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노래의 아름다움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교과서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10-12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10634"/>
                  </a:ext>
                </a:extLst>
              </a:tr>
              <a:tr h="306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노래의 아름다움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교과서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10-12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88039"/>
                  </a:ext>
                </a:extLst>
              </a:tr>
            </a:tbl>
          </a:graphicData>
        </a:graphic>
      </p:graphicFrame>
      <p:sp>
        <p:nvSpPr>
          <p:cNvPr id="169" name="모서리가 둥근 직사각형 168"/>
          <p:cNvSpPr/>
          <p:nvPr userDrawn="1"/>
        </p:nvSpPr>
        <p:spPr>
          <a:xfrm>
            <a:off x="5786750" y="4828039"/>
            <a:ext cx="648000" cy="198000"/>
          </a:xfrm>
          <a:prstGeom prst="roundRect">
            <a:avLst>
              <a:gd name="adj" fmla="val 1292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학습하기</a:t>
            </a:r>
          </a:p>
        </p:txBody>
      </p:sp>
      <p:sp>
        <p:nvSpPr>
          <p:cNvPr id="170" name="모서리가 둥근 직사각형 169"/>
          <p:cNvSpPr/>
          <p:nvPr userDrawn="1"/>
        </p:nvSpPr>
        <p:spPr>
          <a:xfrm>
            <a:off x="5786750" y="5132839"/>
            <a:ext cx="648000" cy="198000"/>
          </a:xfrm>
          <a:prstGeom prst="roundRect">
            <a:avLst>
              <a:gd name="adj" fmla="val 1292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이어학습</a:t>
            </a:r>
          </a:p>
        </p:txBody>
      </p:sp>
      <p:sp>
        <p:nvSpPr>
          <p:cNvPr id="174" name="모서리가 둥근 직사각형 173"/>
          <p:cNvSpPr/>
          <p:nvPr userDrawn="1"/>
        </p:nvSpPr>
        <p:spPr>
          <a:xfrm>
            <a:off x="820301" y="5465707"/>
            <a:ext cx="5724613" cy="252000"/>
          </a:xfrm>
          <a:prstGeom prst="roundRect">
            <a:avLst>
              <a:gd name="adj" fmla="val 0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Ins="72000" bIns="36000" rtlCol="0" anchor="ctr"/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ko-KR" altLang="en-US" sz="1000" b="1" kern="120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강의 소개</a:t>
            </a:r>
            <a:endParaRPr lang="en-US" altLang="ko-KR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사각형 설명선 58"/>
          <p:cNvSpPr/>
          <p:nvPr userDrawn="1"/>
        </p:nvSpPr>
        <p:spPr>
          <a:xfrm>
            <a:off x="845010" y="5795897"/>
            <a:ext cx="5699904" cy="671577"/>
          </a:xfrm>
          <a:prstGeom prst="wedgeRectCallout">
            <a:avLst>
              <a:gd name="adj1" fmla="val -51048"/>
              <a:gd name="adj2" fmla="val -2677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lvl="0" algn="l"/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강좌특징</a:t>
            </a:r>
            <a:endParaRPr lang="en-US" altLang="ko-KR" sz="100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0" algn="l"/>
            <a:r>
              <a:rPr lang="ko-KR" altLang="en-US" sz="1000" b="1" dirty="0" err="1">
                <a:solidFill>
                  <a:schemeClr val="tx1"/>
                </a:solidFill>
                <a:latin typeface="+mn-ea"/>
                <a:ea typeface="+mn-ea"/>
              </a:rPr>
              <a:t>수강대상</a:t>
            </a:r>
            <a:endParaRPr lang="en-US" altLang="ko-KR" sz="10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lvl="0" algn="l"/>
            <a:r>
              <a:rPr lang="ko-KR" altLang="en-US" sz="1000" b="1" dirty="0" err="1">
                <a:solidFill>
                  <a:schemeClr val="tx1"/>
                </a:solidFill>
                <a:latin typeface="+mn-ea"/>
                <a:ea typeface="+mn-ea"/>
              </a:rPr>
              <a:t>강좌범위</a:t>
            </a:r>
            <a:endParaRPr lang="ko-KR" altLang="en-US"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51" name="그림 5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70" y="810162"/>
            <a:ext cx="169884" cy="166941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8" y="818063"/>
            <a:ext cx="168901" cy="16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8516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.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822597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대치</a:t>
            </a:r>
            <a:r>
              <a:rPr lang="en-US" altLang="ko-KR" sz="1300" dirty="0">
                <a:latin typeface="+mn-ea"/>
                <a:ea typeface="+mn-ea"/>
              </a:rPr>
              <a:t>TOP</a:t>
            </a:r>
          </a:p>
        </p:txBody>
      </p:sp>
      <p:sp>
        <p:nvSpPr>
          <p:cNvPr id="121" name="모서리가 둥근 직사각형 120"/>
          <p:cNvSpPr/>
          <p:nvPr userDrawn="1"/>
        </p:nvSpPr>
        <p:spPr bwMode="auto">
          <a:xfrm>
            <a:off x="162493" y="703949"/>
            <a:ext cx="7005100" cy="437818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  <p:sp>
        <p:nvSpPr>
          <p:cNvPr id="122" name="내용 개체 틀 20"/>
          <p:cNvSpPr txBox="1">
            <a:spLocks/>
          </p:cNvSpPr>
          <p:nvPr userDrawn="1"/>
        </p:nvSpPr>
        <p:spPr>
          <a:xfrm>
            <a:off x="159583" y="707870"/>
            <a:ext cx="7012741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10800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나의 학습현황</a:t>
            </a:r>
          </a:p>
        </p:txBody>
      </p:sp>
      <p:sp>
        <p:nvSpPr>
          <p:cNvPr id="82" name="내용 개체 틀 20"/>
          <p:cNvSpPr txBox="1">
            <a:spLocks/>
          </p:cNvSpPr>
          <p:nvPr userDrawn="1"/>
        </p:nvSpPr>
        <p:spPr>
          <a:xfrm>
            <a:off x="159583" y="703949"/>
            <a:ext cx="7012741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대치</a:t>
            </a:r>
            <a:r>
              <a:rPr lang="en-US" altLang="ko-KR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TOP</a:t>
            </a:r>
            <a:endParaRPr lang="ko-KR" altLang="en-US" sz="1300" b="0" kern="1200" dirty="0">
              <a:solidFill>
                <a:schemeClr val="tx1"/>
              </a:solidFill>
              <a:latin typeface="또또사랑 OTF Bold" panose="02020603020101020101" pitchFamily="18" charset="-127"/>
              <a:ea typeface="또또사랑 OTF Bold" panose="02020603020101020101" pitchFamily="18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59583" y="1063949"/>
            <a:ext cx="7008010" cy="2262949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2571491" y="2064197"/>
            <a:ext cx="2068771" cy="258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200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rPr>
              <a:t>대치</a:t>
            </a:r>
            <a:r>
              <a:rPr lang="en-US" altLang="ko-KR" sz="1200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rPr>
              <a:t>TOP</a:t>
            </a:r>
            <a:r>
              <a:rPr lang="en-US" altLang="ko-KR" sz="12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rPr>
              <a:t> </a:t>
            </a:r>
            <a:r>
              <a:rPr lang="ko-KR" altLang="en-US" sz="12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rPr>
              <a:t>서비스 소개 영역</a:t>
            </a:r>
            <a:endParaRPr lang="ko-KR" altLang="en-US" sz="12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236914" y="3395215"/>
            <a:ext cx="2249111" cy="1644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504000" rtlCol="0" anchor="b">
            <a:normAutofit/>
          </a:bodyPr>
          <a:lstStyle/>
          <a:p>
            <a:pPr lvl="0" algn="ctr"/>
            <a:r>
              <a:rPr lang="ko-KR" altLang="en-US" sz="1050" b="0" dirty="0">
                <a:solidFill>
                  <a:schemeClr val="tx1"/>
                </a:solidFill>
                <a:latin typeface="+mn-ea"/>
              </a:rPr>
              <a:t>깊은생각 수학</a:t>
            </a:r>
            <a:endParaRPr lang="en-US" altLang="ko-KR" sz="1050" b="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1103356" y="3650476"/>
            <a:ext cx="516225" cy="523180"/>
            <a:chOff x="420610" y="1304925"/>
            <a:chExt cx="997808" cy="1011252"/>
          </a:xfrm>
        </p:grpSpPr>
        <p:pic>
          <p:nvPicPr>
            <p:cNvPr id="34" name="그림 33"/>
            <p:cNvPicPr>
              <a:picLocks noChangeAspect="1"/>
            </p:cNvPicPr>
            <p:nvPr userDrawn="1"/>
          </p:nvPicPr>
          <p:blipFill rotWithShape="1">
            <a:blip r:embed="rId2"/>
            <a:srcRect l="1" t="447" r="51537" b="52162"/>
            <a:stretch/>
          </p:blipFill>
          <p:spPr>
            <a:xfrm>
              <a:off x="420610" y="1304925"/>
              <a:ext cx="484266" cy="485775"/>
            </a:xfrm>
            <a:prstGeom prst="rect">
              <a:avLst/>
            </a:prstGeom>
          </p:spPr>
        </p:pic>
        <p:pic>
          <p:nvPicPr>
            <p:cNvPr id="35" name="그림 34"/>
            <p:cNvPicPr>
              <a:picLocks noChangeAspect="1"/>
            </p:cNvPicPr>
            <p:nvPr userDrawn="1"/>
          </p:nvPicPr>
          <p:blipFill rotWithShape="1">
            <a:blip r:embed="rId2"/>
            <a:srcRect l="51071" t="2306" r="1268" b="51233"/>
            <a:stretch/>
          </p:blipFill>
          <p:spPr>
            <a:xfrm>
              <a:off x="932643" y="1305378"/>
              <a:ext cx="476250" cy="476250"/>
            </a:xfrm>
            <a:prstGeom prst="rect">
              <a:avLst/>
            </a:prstGeom>
          </p:spPr>
        </p:pic>
        <p:pic>
          <p:nvPicPr>
            <p:cNvPr id="36" name="그림 35"/>
            <p:cNvPicPr>
              <a:picLocks noChangeAspect="1"/>
            </p:cNvPicPr>
            <p:nvPr userDrawn="1"/>
          </p:nvPicPr>
          <p:blipFill rotWithShape="1">
            <a:blip r:embed="rId2"/>
            <a:srcRect t="52485" r="52766"/>
            <a:stretch/>
          </p:blipFill>
          <p:spPr>
            <a:xfrm>
              <a:off x="426753" y="1819276"/>
              <a:ext cx="471980" cy="487057"/>
            </a:xfrm>
            <a:prstGeom prst="rect">
              <a:avLst/>
            </a:prstGeom>
          </p:spPr>
        </p:pic>
        <p:pic>
          <p:nvPicPr>
            <p:cNvPr id="37" name="그림 36"/>
            <p:cNvPicPr>
              <a:picLocks noChangeAspect="1"/>
            </p:cNvPicPr>
            <p:nvPr userDrawn="1"/>
          </p:nvPicPr>
          <p:blipFill rotWithShape="1">
            <a:blip r:embed="rId2"/>
            <a:srcRect l="50977" t="52484" r="410"/>
            <a:stretch/>
          </p:blipFill>
          <p:spPr>
            <a:xfrm>
              <a:off x="932643" y="1815007"/>
              <a:ext cx="485775" cy="501170"/>
            </a:xfrm>
            <a:prstGeom prst="rect">
              <a:avLst/>
            </a:prstGeom>
          </p:spPr>
        </p:pic>
      </p:grpSp>
      <p:sp>
        <p:nvSpPr>
          <p:cNvPr id="47" name="직사각형 46"/>
          <p:cNvSpPr/>
          <p:nvPr userDrawn="1"/>
        </p:nvSpPr>
        <p:spPr>
          <a:xfrm>
            <a:off x="2541964" y="3395215"/>
            <a:ext cx="2249111" cy="1644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504000" rtlCol="0" anchor="b">
            <a:normAutofit/>
          </a:bodyPr>
          <a:lstStyle/>
          <a:p>
            <a:pPr algn="ctr"/>
            <a:r>
              <a:rPr lang="en-US" altLang="ko-KR" sz="1050" b="0" dirty="0">
                <a:solidFill>
                  <a:schemeClr val="tx1"/>
                </a:solidFill>
                <a:latin typeface="+mn-ea"/>
                <a:ea typeface="+mn-ea"/>
              </a:rPr>
              <a:t>ILE</a:t>
            </a:r>
            <a:r>
              <a:rPr lang="ko-KR" altLang="en-US" sz="1050" b="0" baseline="0" dirty="0">
                <a:solidFill>
                  <a:schemeClr val="tx1"/>
                </a:solidFill>
                <a:latin typeface="+mn-ea"/>
                <a:ea typeface="+mn-ea"/>
              </a:rPr>
              <a:t> 영어</a:t>
            </a:r>
            <a:r>
              <a:rPr lang="ko-KR" altLang="en-US" sz="105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ko-KR" sz="105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4" name="직사각형 53"/>
          <p:cNvSpPr/>
          <p:nvPr userDrawn="1"/>
        </p:nvSpPr>
        <p:spPr>
          <a:xfrm>
            <a:off x="4847014" y="3395215"/>
            <a:ext cx="2249111" cy="1644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504000" rtlCol="0" anchor="b">
            <a:normAutofit/>
          </a:bodyPr>
          <a:lstStyle/>
          <a:p>
            <a:pPr lvl="0" algn="ctr"/>
            <a:r>
              <a:rPr lang="ko-KR" altLang="en-US" sz="1050" b="0" dirty="0">
                <a:solidFill>
                  <a:schemeClr val="tx1"/>
                </a:solidFill>
                <a:latin typeface="+mn-ea"/>
              </a:rPr>
              <a:t>미래탐구 과학</a:t>
            </a:r>
            <a:endParaRPr lang="en-US" altLang="ko-KR" sz="1050" b="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63" name="그림 6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44" t="10705" b="20145"/>
          <a:stretch/>
        </p:blipFill>
        <p:spPr>
          <a:xfrm>
            <a:off x="6843821" y="792157"/>
            <a:ext cx="172330" cy="184945"/>
          </a:xfrm>
          <a:prstGeom prst="rect">
            <a:avLst/>
          </a:prstGeom>
        </p:spPr>
      </p:pic>
      <p:pic>
        <p:nvPicPr>
          <p:cNvPr id="64" name="그림 6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379" y="725870"/>
            <a:ext cx="432470" cy="324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97634" y="3650476"/>
            <a:ext cx="1131907" cy="57356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46745" y="3528148"/>
            <a:ext cx="1286054" cy="676369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70" y="810162"/>
            <a:ext cx="169884" cy="166941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8" y="818063"/>
            <a:ext cx="168901" cy="16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40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3.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1077539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학습 가이드</a:t>
            </a:r>
            <a:endParaRPr lang="en-US" altLang="ko-KR" sz="1300" dirty="0">
              <a:latin typeface="+mn-ea"/>
              <a:ea typeface="+mn-ea"/>
            </a:endParaRPr>
          </a:p>
        </p:txBody>
      </p:sp>
      <p:sp>
        <p:nvSpPr>
          <p:cNvPr id="121" name="모서리가 둥근 직사각형 120"/>
          <p:cNvSpPr/>
          <p:nvPr userDrawn="1"/>
        </p:nvSpPr>
        <p:spPr bwMode="auto">
          <a:xfrm>
            <a:off x="162493" y="703949"/>
            <a:ext cx="7005100" cy="437818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  <p:grpSp>
        <p:nvGrpSpPr>
          <p:cNvPr id="132" name="그룹 131"/>
          <p:cNvGrpSpPr/>
          <p:nvPr userDrawn="1"/>
        </p:nvGrpSpPr>
        <p:grpSpPr>
          <a:xfrm>
            <a:off x="7175234" y="703949"/>
            <a:ext cx="293324" cy="4826801"/>
            <a:chOff x="7175234" y="703949"/>
            <a:chExt cx="293324" cy="4826801"/>
          </a:xfrm>
        </p:grpSpPr>
        <p:sp>
          <p:nvSpPr>
            <p:cNvPr id="133" name="직사각형 132"/>
            <p:cNvSpPr/>
            <p:nvPr userDrawn="1"/>
          </p:nvSpPr>
          <p:spPr>
            <a:xfrm>
              <a:off x="7175234" y="1143119"/>
              <a:ext cx="293324" cy="43876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4" name="직선 연결선 133"/>
            <p:cNvCxnSpPr/>
            <p:nvPr userDrawn="1"/>
          </p:nvCxnSpPr>
          <p:spPr>
            <a:xfrm>
              <a:off x="7175234" y="703949"/>
              <a:ext cx="0" cy="439051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/>
          <p:cNvGrpSpPr/>
          <p:nvPr userDrawn="1"/>
        </p:nvGrpSpPr>
        <p:grpSpPr>
          <a:xfrm>
            <a:off x="-1" y="703949"/>
            <a:ext cx="162300" cy="4826801"/>
            <a:chOff x="7315392" y="703949"/>
            <a:chExt cx="162300" cy="4826801"/>
          </a:xfrm>
        </p:grpSpPr>
        <p:sp>
          <p:nvSpPr>
            <p:cNvPr id="48" name="직사각형 47"/>
            <p:cNvSpPr/>
            <p:nvPr userDrawn="1"/>
          </p:nvSpPr>
          <p:spPr>
            <a:xfrm>
              <a:off x="7315392" y="1143119"/>
              <a:ext cx="153165" cy="43876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9" name="직선 연결선 48"/>
            <p:cNvCxnSpPr/>
            <p:nvPr userDrawn="1"/>
          </p:nvCxnSpPr>
          <p:spPr>
            <a:xfrm>
              <a:off x="7477692" y="703949"/>
              <a:ext cx="0" cy="439051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내용 개체 틀 20"/>
          <p:cNvSpPr txBox="1">
            <a:spLocks/>
          </p:cNvSpPr>
          <p:nvPr userDrawn="1"/>
        </p:nvSpPr>
        <p:spPr>
          <a:xfrm>
            <a:off x="159583" y="707870"/>
            <a:ext cx="7012741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10800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나의 학습현황</a:t>
            </a:r>
          </a:p>
        </p:txBody>
      </p:sp>
      <p:sp>
        <p:nvSpPr>
          <p:cNvPr id="93" name="내용 개체 틀 20"/>
          <p:cNvSpPr txBox="1">
            <a:spLocks/>
          </p:cNvSpPr>
          <p:nvPr userDrawn="1"/>
        </p:nvSpPr>
        <p:spPr>
          <a:xfrm>
            <a:off x="159583" y="703949"/>
            <a:ext cx="7012741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36000" rIns="0" b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300" b="0" kern="1200" dirty="0">
                <a:solidFill>
                  <a:schemeClr val="tx1"/>
                </a:solidFill>
                <a:latin typeface="또또사랑 OTF Bold" panose="02020603020101020101" pitchFamily="18" charset="-127"/>
                <a:ea typeface="또또사랑 OTF Bold" panose="02020603020101020101" pitchFamily="18" charset="-127"/>
                <a:cs typeface="+mn-cs"/>
              </a:rPr>
              <a:t>학습 가이드</a:t>
            </a:r>
          </a:p>
        </p:txBody>
      </p:sp>
      <p:pic>
        <p:nvPicPr>
          <p:cNvPr id="106" name="그림 10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44" t="10705" b="20145"/>
          <a:stretch/>
        </p:blipFill>
        <p:spPr>
          <a:xfrm>
            <a:off x="6843821" y="792157"/>
            <a:ext cx="172330" cy="184945"/>
          </a:xfrm>
          <a:prstGeom prst="rect">
            <a:avLst/>
          </a:prstGeom>
        </p:spPr>
      </p:pic>
      <p:pic>
        <p:nvPicPr>
          <p:cNvPr id="108" name="그림 10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379" y="725870"/>
            <a:ext cx="432470" cy="324000"/>
          </a:xfrm>
          <a:prstGeom prst="rect">
            <a:avLst/>
          </a:prstGeom>
        </p:spPr>
      </p:pic>
      <p:pic>
        <p:nvPicPr>
          <p:cNvPr id="123" name="그림 12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15" y="773107"/>
            <a:ext cx="240245" cy="24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3630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3.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38488" y="161059"/>
            <a:ext cx="126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15191" y="68865"/>
            <a:ext cx="851515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dirty="0">
                <a:latin typeface="+mn-ea"/>
                <a:ea typeface="+mn-ea"/>
              </a:rPr>
              <a:t>플레이어</a:t>
            </a:r>
            <a:endParaRPr lang="en-US" altLang="ko-KR" sz="1300" dirty="0">
              <a:latin typeface="+mn-ea"/>
              <a:ea typeface="+mn-ea"/>
            </a:endParaRPr>
          </a:p>
        </p:txBody>
      </p:sp>
      <p:sp>
        <p:nvSpPr>
          <p:cNvPr id="16" name="모서리가 둥근 직사각형 15"/>
          <p:cNvSpPr/>
          <p:nvPr userDrawn="1"/>
        </p:nvSpPr>
        <p:spPr bwMode="auto">
          <a:xfrm>
            <a:off x="162493" y="703949"/>
            <a:ext cx="7005100" cy="437818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dir="2700000" algn="ctr" rotWithShape="0">
              <a:srgbClr val="000000"/>
            </a:outerShdw>
          </a:effectLst>
        </p:spPr>
        <p:txBody>
          <a:bodyPr wrap="none" lIns="0" tIns="0" rIns="0" bIns="0" rtlCol="0" anchor="ctr"/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sz="900" kern="0" dirty="0"/>
          </a:p>
        </p:txBody>
      </p:sp>
      <p:sp>
        <p:nvSpPr>
          <p:cNvPr id="17" name="내용 개체 틀 20"/>
          <p:cNvSpPr txBox="1">
            <a:spLocks/>
          </p:cNvSpPr>
          <p:nvPr userDrawn="1"/>
        </p:nvSpPr>
        <p:spPr>
          <a:xfrm>
            <a:off x="159583" y="702825"/>
            <a:ext cx="7012741" cy="4379311"/>
          </a:xfrm>
          <a:prstGeom prst="rect">
            <a:avLst/>
          </a:prstGeom>
          <a:pattFill prst="dk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0" tIns="0" rIns="0" bIns="144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ko-KR" sz="1300" b="0" kern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endParaRPr>
          </a:p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ko-KR" sz="1300" b="0" kern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endParaRPr>
          </a:p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ko-KR" sz="1300" b="0" kern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endParaRPr>
          </a:p>
          <a:p>
            <a: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13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학습플레이어 영역</a:t>
            </a:r>
          </a:p>
        </p:txBody>
      </p:sp>
      <p:sp>
        <p:nvSpPr>
          <p:cNvPr id="18" name="직사각형 17"/>
          <p:cNvSpPr/>
          <p:nvPr userDrawn="1"/>
        </p:nvSpPr>
        <p:spPr>
          <a:xfrm>
            <a:off x="159583" y="4621161"/>
            <a:ext cx="7008010" cy="460975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ko-KR" altLang="en-US" sz="1400" b="0"/>
              <a:t>컨트롤러 영역</a:t>
            </a:r>
            <a:endParaRPr lang="ko-KR" altLang="en-US" sz="1400" b="0" dirty="0"/>
          </a:p>
        </p:txBody>
      </p:sp>
      <p:sp>
        <p:nvSpPr>
          <p:cNvPr id="19" name="직사각형 18"/>
          <p:cNvSpPr/>
          <p:nvPr userDrawn="1"/>
        </p:nvSpPr>
        <p:spPr>
          <a:xfrm>
            <a:off x="159583" y="702824"/>
            <a:ext cx="7008010" cy="460975"/>
          </a:xfrm>
          <a:prstGeom prst="rect">
            <a:avLst/>
          </a:prstGeom>
          <a:solidFill>
            <a:schemeClr val="tx1">
              <a:alpha val="39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ctr"/>
          <a:lstStyle/>
          <a:p>
            <a:pPr algn="l"/>
            <a:r>
              <a:rPr lang="ko-KR" altLang="en-US" sz="1100" b="1" dirty="0"/>
              <a:t> </a:t>
            </a:r>
            <a:r>
              <a:rPr lang="en-US" altLang="ko-KR" sz="900" b="0" dirty="0">
                <a:latin typeface="+mn-ea"/>
                <a:ea typeface="+mn-ea"/>
              </a:rPr>
              <a:t>2</a:t>
            </a:r>
            <a:r>
              <a:rPr lang="ko-KR" altLang="en-US" sz="900" b="0" dirty="0">
                <a:latin typeface="+mn-ea"/>
                <a:ea typeface="+mn-ea"/>
              </a:rPr>
              <a:t>차시</a:t>
            </a:r>
            <a:r>
              <a:rPr lang="en-US" altLang="ko-KR" sz="1100" b="1" dirty="0"/>
              <a:t>.</a:t>
            </a:r>
            <a:r>
              <a:rPr lang="en-US" altLang="ko-KR" sz="1100" b="1" baseline="0" dirty="0"/>
              <a:t> </a:t>
            </a:r>
            <a:r>
              <a:rPr lang="ko-KR" altLang="en-US" sz="1100" b="0" baseline="0" dirty="0"/>
              <a:t>중</a:t>
            </a:r>
            <a:r>
              <a:rPr lang="en-US" altLang="ko-KR" sz="1100" b="0" baseline="0" dirty="0"/>
              <a:t>3-1 </a:t>
            </a:r>
            <a:r>
              <a:rPr lang="ko-KR" altLang="en-US" sz="1100" b="0" baseline="0" dirty="0"/>
              <a:t>국어 </a:t>
            </a:r>
            <a:r>
              <a:rPr lang="en-US" altLang="ko-KR" sz="1100" b="0" baseline="0" dirty="0"/>
              <a:t>: </a:t>
            </a:r>
            <a:r>
              <a:rPr lang="ko-KR" altLang="en-US" sz="1100" b="0" baseline="0" dirty="0"/>
              <a:t>금성</a:t>
            </a:r>
          </a:p>
        </p:txBody>
      </p: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6729144" y="782619"/>
            <a:ext cx="330363" cy="330363"/>
          </a:xfrm>
          <a:prstGeom prst="rect">
            <a:avLst/>
          </a:prstGeom>
        </p:spPr>
      </p:pic>
      <p:grpSp>
        <p:nvGrpSpPr>
          <p:cNvPr id="22" name="그룹 21"/>
          <p:cNvGrpSpPr/>
          <p:nvPr userDrawn="1"/>
        </p:nvGrpSpPr>
        <p:grpSpPr>
          <a:xfrm>
            <a:off x="4244608" y="839508"/>
            <a:ext cx="587316" cy="230832"/>
            <a:chOff x="4244608" y="839508"/>
            <a:chExt cx="587316" cy="230832"/>
          </a:xfrm>
        </p:grpSpPr>
        <p:sp>
          <p:nvSpPr>
            <p:cNvPr id="23" name="타원 22"/>
            <p:cNvSpPr/>
            <p:nvPr userDrawn="1"/>
          </p:nvSpPr>
          <p:spPr>
            <a:xfrm>
              <a:off x="4244608" y="839800"/>
              <a:ext cx="216000" cy="216000"/>
            </a:xfrm>
            <a:prstGeom prst="ellipse">
              <a:avLst/>
            </a:prstGeom>
            <a:solidFill>
              <a:srgbClr val="FF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4416426" y="839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solidFill>
                    <a:schemeClr val="bg1"/>
                  </a:solidFill>
                </a:rPr>
                <a:t>강의</a:t>
              </a:r>
            </a:p>
          </p:txBody>
        </p:sp>
      </p:grpSp>
      <p:grpSp>
        <p:nvGrpSpPr>
          <p:cNvPr id="25" name="그룹 24"/>
          <p:cNvGrpSpPr/>
          <p:nvPr userDrawn="1"/>
        </p:nvGrpSpPr>
        <p:grpSpPr>
          <a:xfrm>
            <a:off x="4854208" y="839508"/>
            <a:ext cx="587316" cy="230832"/>
            <a:chOff x="4244608" y="839508"/>
            <a:chExt cx="587316" cy="230832"/>
          </a:xfrm>
        </p:grpSpPr>
        <p:sp>
          <p:nvSpPr>
            <p:cNvPr id="26" name="타원 25"/>
            <p:cNvSpPr/>
            <p:nvPr userDrawn="1"/>
          </p:nvSpPr>
          <p:spPr>
            <a:xfrm>
              <a:off x="4244608" y="839800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rgbClr val="FF2525"/>
                  </a:solidFill>
                </a:rPr>
                <a:t>2</a:t>
              </a:r>
              <a:endParaRPr lang="ko-KR" altLang="en-US" sz="1000" dirty="0">
                <a:solidFill>
                  <a:srgbClr val="FF2525"/>
                </a:solidFill>
              </a:endParaRPr>
            </a:p>
          </p:txBody>
        </p:sp>
        <p:sp>
          <p:nvSpPr>
            <p:cNvPr id="27" name="TextBox 26"/>
            <p:cNvSpPr txBox="1"/>
            <p:nvPr userDrawn="1"/>
          </p:nvSpPr>
          <p:spPr>
            <a:xfrm>
              <a:off x="4416426" y="839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solidFill>
                    <a:schemeClr val="bg1"/>
                  </a:solidFill>
                </a:rPr>
                <a:t>퀴즈</a:t>
              </a:r>
            </a:p>
          </p:txBody>
        </p:sp>
      </p:grpSp>
      <p:grpSp>
        <p:nvGrpSpPr>
          <p:cNvPr id="28" name="그룹 27"/>
          <p:cNvGrpSpPr/>
          <p:nvPr userDrawn="1"/>
        </p:nvGrpSpPr>
        <p:grpSpPr>
          <a:xfrm>
            <a:off x="5463808" y="839508"/>
            <a:ext cx="587316" cy="230832"/>
            <a:chOff x="4244608" y="839508"/>
            <a:chExt cx="587316" cy="230832"/>
          </a:xfrm>
        </p:grpSpPr>
        <p:sp>
          <p:nvSpPr>
            <p:cNvPr id="29" name="타원 28"/>
            <p:cNvSpPr/>
            <p:nvPr userDrawn="1"/>
          </p:nvSpPr>
          <p:spPr>
            <a:xfrm>
              <a:off x="4244608" y="839800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rgbClr val="FF2525"/>
                  </a:solidFill>
                </a:rPr>
                <a:t>3</a:t>
              </a:r>
              <a:endParaRPr lang="ko-KR" altLang="en-US" sz="1000" dirty="0">
                <a:solidFill>
                  <a:srgbClr val="FF2525"/>
                </a:solidFill>
              </a:endParaRPr>
            </a:p>
          </p:txBody>
        </p:sp>
        <p:sp>
          <p:nvSpPr>
            <p:cNvPr id="30" name="TextBox 29"/>
            <p:cNvSpPr txBox="1"/>
            <p:nvPr userDrawn="1"/>
          </p:nvSpPr>
          <p:spPr>
            <a:xfrm>
              <a:off x="4416426" y="839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solidFill>
                    <a:schemeClr val="bg1"/>
                  </a:solidFill>
                </a:rPr>
                <a:t>정리</a:t>
              </a:r>
            </a:p>
          </p:txBody>
        </p:sp>
      </p:grpSp>
      <p:grpSp>
        <p:nvGrpSpPr>
          <p:cNvPr id="31" name="그룹 30"/>
          <p:cNvGrpSpPr/>
          <p:nvPr userDrawn="1"/>
        </p:nvGrpSpPr>
        <p:grpSpPr>
          <a:xfrm>
            <a:off x="6073408" y="839508"/>
            <a:ext cx="587316" cy="230832"/>
            <a:chOff x="4244608" y="839508"/>
            <a:chExt cx="587316" cy="230832"/>
          </a:xfrm>
        </p:grpSpPr>
        <p:sp>
          <p:nvSpPr>
            <p:cNvPr id="32" name="타원 31"/>
            <p:cNvSpPr/>
            <p:nvPr userDrawn="1"/>
          </p:nvSpPr>
          <p:spPr>
            <a:xfrm>
              <a:off x="4244608" y="839800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rgbClr val="FF2525"/>
                  </a:solidFill>
                </a:rPr>
                <a:t>4</a:t>
              </a:r>
              <a:endParaRPr lang="ko-KR" altLang="en-US" sz="1000" dirty="0">
                <a:solidFill>
                  <a:srgbClr val="FF2525"/>
                </a:solidFill>
              </a:endParaRPr>
            </a:p>
          </p:txBody>
        </p:sp>
        <p:sp>
          <p:nvSpPr>
            <p:cNvPr id="33" name="TextBox 32"/>
            <p:cNvSpPr txBox="1"/>
            <p:nvPr userDrawn="1"/>
          </p:nvSpPr>
          <p:spPr>
            <a:xfrm>
              <a:off x="4416426" y="839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solidFill>
                    <a:schemeClr val="bg1"/>
                  </a:solidFill>
                </a:rPr>
                <a:t>퀴즈</a:t>
              </a:r>
            </a:p>
          </p:txBody>
        </p:sp>
      </p:grpSp>
      <p:grpSp>
        <p:nvGrpSpPr>
          <p:cNvPr id="34" name="그룹 33"/>
          <p:cNvGrpSpPr/>
          <p:nvPr userDrawn="1"/>
        </p:nvGrpSpPr>
        <p:grpSpPr>
          <a:xfrm>
            <a:off x="3410792" y="2559460"/>
            <a:ext cx="510322" cy="510322"/>
            <a:chOff x="8098877" y="1346938"/>
            <a:chExt cx="206923" cy="206923"/>
          </a:xfrm>
        </p:grpSpPr>
        <p:sp>
          <p:nvSpPr>
            <p:cNvPr id="35" name="타원 34"/>
            <p:cNvSpPr/>
            <p:nvPr userDrawn="1"/>
          </p:nvSpPr>
          <p:spPr>
            <a:xfrm>
              <a:off x="8098877" y="1346938"/>
              <a:ext cx="206923" cy="2069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이등변 삼각형 35"/>
            <p:cNvSpPr/>
            <p:nvPr userDrawn="1"/>
          </p:nvSpPr>
          <p:spPr>
            <a:xfrm rot="5400000">
              <a:off x="8170407" y="1418838"/>
              <a:ext cx="90000" cy="72986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모서리가 둥근 직사각형 36"/>
          <p:cNvSpPr/>
          <p:nvPr userDrawn="1"/>
        </p:nvSpPr>
        <p:spPr>
          <a:xfrm>
            <a:off x="364488" y="759597"/>
            <a:ext cx="360000" cy="162000"/>
          </a:xfrm>
          <a:prstGeom prst="roundRect">
            <a:avLst>
              <a:gd name="adj" fmla="val 49231"/>
            </a:avLst>
          </a:prstGeom>
          <a:solidFill>
            <a:srgbClr val="00B0F0"/>
          </a:solidFill>
          <a:ln>
            <a:solidFill>
              <a:srgbClr val="00B0F0"/>
            </a:solidFill>
          </a:ln>
          <a:effectLst/>
        </p:spPr>
        <p:txBody>
          <a:bodyPr lIns="0" tIns="18000" rIns="0" bIns="0" anchor="ctr"/>
          <a:lstStyle/>
          <a:p>
            <a:pPr algn="ctr" defTabSz="914400" latinLnBrk="1">
              <a:lnSpc>
                <a:spcPct val="90000"/>
              </a:lnSpc>
              <a:spcBef>
                <a:spcPts val="1000"/>
              </a:spcBef>
            </a:pPr>
            <a:r>
              <a:rPr lang="ko-KR" altLang="en-US" sz="800">
                <a:solidFill>
                  <a:schemeClr val="bg1"/>
                </a:solidFill>
                <a:latin typeface="+mn-ea"/>
              </a:rPr>
              <a:t>국어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7669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9521728" y="6602978"/>
            <a:ext cx="384272" cy="169277"/>
          </a:xfrm>
          <a:prstGeom prst="rect">
            <a:avLst/>
          </a:prstGeom>
          <a:noFill/>
          <a:ln>
            <a:noFill/>
          </a:ln>
        </p:spPr>
        <p:txBody>
          <a:bodyPr wrap="none" lIns="100584" tIns="0" rIns="100584" bIns="0" anchor="b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78136FDD-138A-41CF-8912-105E2455A463}" type="slidenum">
              <a:rPr lang="ko-KR" altLang="en-US" sz="11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pPr algn="r" eaLnBrk="1" hangingPunct="1"/>
              <a:t>‹#›</a:t>
            </a:fld>
            <a:endParaRPr lang="en-US" altLang="ko-KR" sz="11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제목 개체 틀 1"/>
          <p:cNvSpPr>
            <a:spLocks noGrp="1"/>
          </p:cNvSpPr>
          <p:nvPr>
            <p:ph type="title"/>
          </p:nvPr>
        </p:nvSpPr>
        <p:spPr>
          <a:xfrm>
            <a:off x="3054927" y="2888673"/>
            <a:ext cx="3751119" cy="82824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표지</a:t>
            </a:r>
          </a:p>
        </p:txBody>
      </p:sp>
    </p:spTree>
    <p:extLst>
      <p:ext uri="{BB962C8B-B14F-4D97-AF65-F5344CB8AC3E}">
        <p14:creationId xmlns:p14="http://schemas.microsoft.com/office/powerpoint/2010/main" val="75407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98" r:id="rId3"/>
    <p:sldLayoutId id="2147483722" r:id="rId4"/>
    <p:sldLayoutId id="2147483724" r:id="rId5"/>
    <p:sldLayoutId id="2147483745" r:id="rId6"/>
    <p:sldLayoutId id="2147483744" r:id="rId7"/>
    <p:sldLayoutId id="2147483746" r:id="rId8"/>
    <p:sldLayoutId id="2147483747" r:id="rId9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또또사랑 OTF Light" panose="02020603020101020101" pitchFamily="18" charset="-127"/>
          <a:ea typeface="또또사랑 OTF Light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712027" y="2640734"/>
            <a:ext cx="4655128" cy="13255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본문</a:t>
            </a:r>
            <a:r>
              <a:rPr lang="en-US" altLang="ko-KR" dirty="0"/>
              <a:t>_</a:t>
            </a:r>
            <a:r>
              <a:rPr lang="ko-KR" altLang="en-US" dirty="0"/>
              <a:t>기본 템플릿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7233804" y="86056"/>
            <a:ext cx="129394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Date.</a:t>
            </a:r>
            <a:r>
              <a:rPr lang="en-US" altLang="ko-KR" sz="105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 </a:t>
            </a:r>
            <a:r>
              <a:rPr lang="en-US" altLang="ko-KR" sz="1050" b="1" baseline="0" dirty="0">
                <a:latin typeface="+mn-ea"/>
                <a:ea typeface="+mn-ea"/>
              </a:rPr>
              <a:t>2023.05.23</a:t>
            </a:r>
            <a:endParaRPr lang="ko-KR" altLang="en-US" sz="1050" b="1" dirty="0">
              <a:latin typeface="+mn-ea"/>
              <a:ea typeface="+mn-ea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8662830" y="86056"/>
            <a:ext cx="65915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Ver.</a:t>
            </a:r>
            <a:r>
              <a:rPr lang="en-US" altLang="ko-KR" sz="105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050" b="1" baseline="0" dirty="0">
                <a:solidFill>
                  <a:schemeClr val="tx1"/>
                </a:solidFill>
                <a:latin typeface="+mn-ea"/>
                <a:ea typeface="+mn-ea"/>
              </a:rPr>
              <a:t>5.0</a:t>
            </a:r>
            <a:endParaRPr lang="ko-KR" altLang="en-US" sz="1050" b="1" dirty="0">
              <a:latin typeface="+mn-ea"/>
              <a:ea typeface="+mn-ea"/>
            </a:endParaRPr>
          </a:p>
        </p:txBody>
      </p:sp>
      <p:sp>
        <p:nvSpPr>
          <p:cNvPr id="10" name="Text Box 32"/>
          <p:cNvSpPr txBox="1">
            <a:spLocks noChangeArrowheads="1"/>
          </p:cNvSpPr>
          <p:nvPr userDrawn="1"/>
        </p:nvSpPr>
        <p:spPr bwMode="auto">
          <a:xfrm>
            <a:off x="9521728" y="6602978"/>
            <a:ext cx="384272" cy="169277"/>
          </a:xfrm>
          <a:prstGeom prst="rect">
            <a:avLst/>
          </a:prstGeom>
          <a:noFill/>
          <a:ln>
            <a:noFill/>
          </a:ln>
        </p:spPr>
        <p:txBody>
          <a:bodyPr wrap="none" lIns="100584" tIns="0" rIns="100584" bIns="0" anchor="b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78136FDD-138A-41CF-8912-105E2455A463}" type="slidenum">
              <a:rPr lang="ko-KR" altLang="en-US" sz="11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pPr algn="r" eaLnBrk="1" hangingPunct="1"/>
              <a:t>‹#›</a:t>
            </a:fld>
            <a:endParaRPr lang="en-US" altLang="ko-KR" sz="11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18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21" r:id="rId2"/>
    <p:sldLayoutId id="2147483711" r:id="rId3"/>
    <p:sldLayoutId id="2147483720" r:id="rId4"/>
    <p:sldLayoutId id="2147483748" r:id="rId5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또또사랑 OTF Light" panose="02020603020101020101" pitchFamily="18" charset="-127"/>
          <a:ea typeface="또또사랑 OTF Light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6682" y="2547217"/>
            <a:ext cx="6876618" cy="13255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본문</a:t>
            </a:r>
            <a:r>
              <a:rPr lang="en-US" altLang="ko-KR" dirty="0"/>
              <a:t>_</a:t>
            </a:r>
            <a:r>
              <a:rPr lang="ko-KR" altLang="en-US" dirty="0"/>
              <a:t>컴포넌트 </a:t>
            </a:r>
            <a:r>
              <a:rPr lang="en-US" altLang="ko-KR" dirty="0"/>
              <a:t>(</a:t>
            </a:r>
            <a:r>
              <a:rPr lang="ko-KR" altLang="en-US" dirty="0"/>
              <a:t>본문 기본구성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7233804" y="86056"/>
            <a:ext cx="129394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Date.</a:t>
            </a:r>
            <a:r>
              <a:rPr lang="en-US" altLang="ko-KR" sz="105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 </a:t>
            </a:r>
            <a:r>
              <a:rPr lang="en-US" altLang="ko-KR" sz="1050" b="1" baseline="0" dirty="0">
                <a:latin typeface="+mn-ea"/>
                <a:ea typeface="+mn-ea"/>
              </a:rPr>
              <a:t>2021.02.04</a:t>
            </a:r>
            <a:endParaRPr lang="ko-KR" altLang="en-US" sz="1050" b="1" dirty="0">
              <a:latin typeface="+mn-ea"/>
              <a:ea typeface="+mn-ea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8662830" y="86056"/>
            <a:ext cx="73770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Ver.</a:t>
            </a:r>
            <a:r>
              <a:rPr lang="en-US" altLang="ko-KR" sz="105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050" b="1" baseline="0" dirty="0">
                <a:solidFill>
                  <a:schemeClr val="tx1"/>
                </a:solidFill>
                <a:latin typeface="+mn-ea"/>
                <a:ea typeface="+mn-ea"/>
              </a:rPr>
              <a:t>2.78</a:t>
            </a:r>
            <a:endParaRPr lang="ko-KR" altLang="en-US" sz="1050" b="1" dirty="0">
              <a:latin typeface="+mn-ea"/>
              <a:ea typeface="+mn-ea"/>
            </a:endParaRPr>
          </a:p>
        </p:txBody>
      </p:sp>
      <p:sp>
        <p:nvSpPr>
          <p:cNvPr id="10" name="Text Box 32"/>
          <p:cNvSpPr txBox="1">
            <a:spLocks noChangeArrowheads="1"/>
          </p:cNvSpPr>
          <p:nvPr userDrawn="1"/>
        </p:nvSpPr>
        <p:spPr bwMode="auto">
          <a:xfrm>
            <a:off x="9521728" y="6602978"/>
            <a:ext cx="384272" cy="169277"/>
          </a:xfrm>
          <a:prstGeom prst="rect">
            <a:avLst/>
          </a:prstGeom>
          <a:noFill/>
          <a:ln>
            <a:noFill/>
          </a:ln>
        </p:spPr>
        <p:txBody>
          <a:bodyPr wrap="none" lIns="100584" tIns="0" rIns="100584" bIns="0" anchor="b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78136FDD-138A-41CF-8912-105E2455A463}" type="slidenum">
              <a:rPr lang="ko-KR" altLang="en-US" sz="11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pPr algn="r" eaLnBrk="1" hangingPunct="1"/>
              <a:t>‹#›</a:t>
            </a:fld>
            <a:endParaRPr lang="en-US" altLang="ko-KR" sz="11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09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13" r:id="rId2"/>
    <p:sldLayoutId id="2147483712" r:id="rId3"/>
    <p:sldLayoutId id="2147483743" r:id="rId4"/>
    <p:sldLayoutId id="2147483723" r:id="rId5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또또사랑 OTF Light" panose="02020603020101020101" pitchFamily="18" charset="-127"/>
          <a:ea typeface="또또사랑 OTF Light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0"/>
            <a:ext cx="9906000" cy="426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6682" y="2547217"/>
            <a:ext cx="6876618" cy="13255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4.</a:t>
            </a:r>
            <a:r>
              <a:rPr lang="ko-KR" altLang="en-US" dirty="0"/>
              <a:t>화면별</a:t>
            </a:r>
            <a:r>
              <a:rPr lang="en-US" altLang="ko-KR" dirty="0"/>
              <a:t> </a:t>
            </a:r>
            <a:r>
              <a:rPr lang="ko-KR" altLang="en-US" dirty="0"/>
              <a:t>레이아웃</a:t>
            </a:r>
            <a:endParaRPr 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7233804" y="86056"/>
            <a:ext cx="129394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Date.</a:t>
            </a:r>
            <a:r>
              <a:rPr lang="en-US" altLang="ko-KR" sz="105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 </a:t>
            </a:r>
            <a:r>
              <a:rPr lang="en-US" altLang="ko-KR" sz="1050" b="1" baseline="0" dirty="0">
                <a:latin typeface="+mn-ea"/>
                <a:ea typeface="+mn-ea"/>
              </a:rPr>
              <a:t>2023.05.23</a:t>
            </a:r>
            <a:endParaRPr lang="ko-KR" altLang="en-US" sz="1050" b="1" dirty="0">
              <a:latin typeface="+mn-ea"/>
              <a:ea typeface="+mn-ea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8662830" y="86056"/>
            <a:ext cx="65915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Ver.</a:t>
            </a:r>
            <a:r>
              <a:rPr lang="en-US" altLang="ko-KR" sz="105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050" b="1" baseline="0" dirty="0">
                <a:solidFill>
                  <a:schemeClr val="tx1"/>
                </a:solidFill>
                <a:latin typeface="+mn-ea"/>
                <a:ea typeface="+mn-ea"/>
              </a:rPr>
              <a:t>5.0</a:t>
            </a:r>
            <a:endParaRPr lang="ko-KR" altLang="en-US" sz="1050" b="1" dirty="0">
              <a:latin typeface="+mn-ea"/>
              <a:ea typeface="+mn-ea"/>
            </a:endParaRPr>
          </a:p>
        </p:txBody>
      </p:sp>
      <p:sp>
        <p:nvSpPr>
          <p:cNvPr id="10" name="Text Box 32"/>
          <p:cNvSpPr txBox="1">
            <a:spLocks noChangeArrowheads="1"/>
          </p:cNvSpPr>
          <p:nvPr userDrawn="1"/>
        </p:nvSpPr>
        <p:spPr bwMode="auto">
          <a:xfrm>
            <a:off x="9521728" y="6602978"/>
            <a:ext cx="384272" cy="169277"/>
          </a:xfrm>
          <a:prstGeom prst="rect">
            <a:avLst/>
          </a:prstGeom>
          <a:noFill/>
          <a:ln>
            <a:noFill/>
          </a:ln>
        </p:spPr>
        <p:txBody>
          <a:bodyPr wrap="none" lIns="100584" tIns="0" rIns="100584" bIns="0" anchor="b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78136FDD-138A-41CF-8912-105E2455A463}" type="slidenum">
              <a:rPr lang="ko-KR" altLang="en-US" sz="11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pPr algn="r" eaLnBrk="1" hangingPunct="1"/>
              <a:t>‹#›</a:t>
            </a:fld>
            <a:endParaRPr lang="en-US" altLang="ko-KR" sz="11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30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9" r:id="rId2"/>
    <p:sldLayoutId id="2147483738" r:id="rId3"/>
    <p:sldLayoutId id="2147483737" r:id="rId4"/>
    <p:sldLayoutId id="2147483733" r:id="rId5"/>
    <p:sldLayoutId id="2147483735" r:id="rId6"/>
    <p:sldLayoutId id="2147483742" r:id="rId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또또사랑 OTF Light" panose="02020603020101020101" pitchFamily="18" charset="-127"/>
          <a:ea typeface="또또사랑 OTF Light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공통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4294967295"/>
          </p:nvPr>
        </p:nvSpPr>
        <p:spPr>
          <a:xfrm>
            <a:off x="1486348" y="81575"/>
            <a:ext cx="756371" cy="3045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1400" dirty="0">
                <a:latin typeface="+mn-ea"/>
              </a:rPr>
              <a:t>2.7.1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half" idx="4294967295"/>
          </p:nvPr>
        </p:nvSpPr>
        <p:spPr>
          <a:xfrm>
            <a:off x="2137841" y="81576"/>
            <a:ext cx="4195763" cy="314866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ko-KR" altLang="en-US" sz="1400" dirty="0">
                <a:latin typeface="+mn-ea"/>
              </a:rPr>
              <a:t>회원 </a:t>
            </a: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신규회원 서비스 </a:t>
            </a:r>
            <a:r>
              <a:rPr lang="en-US" altLang="ko-KR" sz="1400" dirty="0">
                <a:latin typeface="+mn-ea"/>
              </a:rPr>
              <a:t>Flow</a:t>
            </a:r>
            <a:endParaRPr lang="ko-KR" altLang="en-US" sz="1400" dirty="0">
              <a:latin typeface="+mn-ea"/>
            </a:endParaRPr>
          </a:p>
        </p:txBody>
      </p:sp>
      <p:sp>
        <p:nvSpPr>
          <p:cNvPr id="57" name="순서도: 판단 56"/>
          <p:cNvSpPr/>
          <p:nvPr/>
        </p:nvSpPr>
        <p:spPr>
          <a:xfrm>
            <a:off x="556102" y="1169548"/>
            <a:ext cx="1165880" cy="523521"/>
          </a:xfrm>
          <a:prstGeom prst="flowChartDecis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b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패드 보유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여부</a:t>
            </a:r>
          </a:p>
        </p:txBody>
      </p:sp>
      <p:cxnSp>
        <p:nvCxnSpPr>
          <p:cNvPr id="60" name="직선 연결선 59"/>
          <p:cNvCxnSpPr>
            <a:endCxn id="57" idx="0"/>
          </p:cNvCxnSpPr>
          <p:nvPr/>
        </p:nvCxnSpPr>
        <p:spPr>
          <a:xfrm flipH="1">
            <a:off x="1139042" y="821715"/>
            <a:ext cx="1" cy="34783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2056663" y="1342836"/>
            <a:ext cx="631904" cy="21544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latin typeface="+mn-ea"/>
              </a:rPr>
              <a:t>접근 불가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705618" y="2043009"/>
            <a:ext cx="86684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앱스토어</a:t>
            </a:r>
          </a:p>
        </p:txBody>
      </p:sp>
      <p:cxnSp>
        <p:nvCxnSpPr>
          <p:cNvPr id="64" name="직선 연결선 63"/>
          <p:cNvCxnSpPr>
            <a:stCxn id="57" idx="2"/>
            <a:endCxn id="63" idx="0"/>
          </p:cNvCxnSpPr>
          <p:nvPr/>
        </p:nvCxnSpPr>
        <p:spPr>
          <a:xfrm>
            <a:off x="1139042" y="1693069"/>
            <a:ext cx="0" cy="349940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>
            <a:stCxn id="63" idx="2"/>
          </p:cNvCxnSpPr>
          <p:nvPr/>
        </p:nvCxnSpPr>
        <p:spPr>
          <a:xfrm flipH="1">
            <a:off x="1139040" y="2451812"/>
            <a:ext cx="2" cy="34739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1139040" y="3141965"/>
            <a:ext cx="2" cy="37443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1128622" y="1700835"/>
            <a:ext cx="24237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Y</a:t>
            </a:r>
            <a:endParaRPr lang="ko-KR" altLang="en-US" sz="800" dirty="0">
              <a:latin typeface="+mn-ea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1699346" y="1215864"/>
            <a:ext cx="26321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N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1128622" y="2504562"/>
            <a:ext cx="146065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800" dirty="0">
                <a:latin typeface="+mn-ea"/>
              </a:rPr>
              <a:t>스마트올 중학 설치 및 실행</a:t>
            </a:r>
          </a:p>
        </p:txBody>
      </p:sp>
      <p:sp>
        <p:nvSpPr>
          <p:cNvPr id="108" name="직사각형 107"/>
          <p:cNvSpPr/>
          <p:nvPr/>
        </p:nvSpPr>
        <p:spPr>
          <a:xfrm>
            <a:off x="705616" y="4081712"/>
            <a:ext cx="866848" cy="40880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ID/PW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입력</a:t>
            </a:r>
          </a:p>
        </p:txBody>
      </p:sp>
      <p:cxnSp>
        <p:nvCxnSpPr>
          <p:cNvPr id="109" name="직선 연결선 108"/>
          <p:cNvCxnSpPr>
            <a:endCxn id="108" idx="0"/>
          </p:cNvCxnSpPr>
          <p:nvPr/>
        </p:nvCxnSpPr>
        <p:spPr>
          <a:xfrm>
            <a:off x="1139040" y="3720799"/>
            <a:ext cx="0" cy="36091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>
            <a:endCxn id="132" idx="0"/>
          </p:cNvCxnSpPr>
          <p:nvPr/>
        </p:nvCxnSpPr>
        <p:spPr>
          <a:xfrm>
            <a:off x="1139040" y="4427147"/>
            <a:ext cx="5182" cy="399925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2128441" y="3532237"/>
            <a:ext cx="866848" cy="40880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회원가입</a:t>
            </a:r>
          </a:p>
        </p:txBody>
      </p:sp>
      <p:cxnSp>
        <p:nvCxnSpPr>
          <p:cNvPr id="113" name="직선 연결선 112"/>
          <p:cNvCxnSpPr/>
          <p:nvPr/>
        </p:nvCxnSpPr>
        <p:spPr>
          <a:xfrm>
            <a:off x="1573693" y="3736639"/>
            <a:ext cx="540000" cy="0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3462014" y="3522725"/>
            <a:ext cx="866848" cy="4088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웅진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SAP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맵핑</a:t>
            </a:r>
          </a:p>
        </p:txBody>
      </p:sp>
      <p:cxnSp>
        <p:nvCxnSpPr>
          <p:cNvPr id="115" name="직선 연결선 114"/>
          <p:cNvCxnSpPr>
            <a:endCxn id="114" idx="1"/>
          </p:cNvCxnSpPr>
          <p:nvPr/>
        </p:nvCxnSpPr>
        <p:spPr>
          <a:xfrm>
            <a:off x="2979538" y="3727127"/>
            <a:ext cx="482476" cy="0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114" idx="2"/>
            <a:endCxn id="227" idx="3"/>
          </p:cNvCxnSpPr>
          <p:nvPr/>
        </p:nvCxnSpPr>
        <p:spPr>
          <a:xfrm rot="5400000">
            <a:off x="3109971" y="4303363"/>
            <a:ext cx="1157303" cy="413632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365014" y="6500747"/>
            <a:ext cx="5012027" cy="223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50" dirty="0">
                <a:latin typeface="+mn-ea"/>
              </a:rPr>
              <a:t>기존에 패드를 소지하고 있는 고객이 온라인이나 유선을 통해 가입하여 계정 보유한 경우</a:t>
            </a:r>
            <a:endParaRPr lang="en-US" altLang="ko-KR" sz="850" dirty="0">
              <a:latin typeface="+mn-ea"/>
            </a:endParaRPr>
          </a:p>
        </p:txBody>
      </p:sp>
      <p:cxnSp>
        <p:nvCxnSpPr>
          <p:cNvPr id="126" name="직선 화살표 연결선 125"/>
          <p:cNvCxnSpPr/>
          <p:nvPr/>
        </p:nvCxnSpPr>
        <p:spPr>
          <a:xfrm>
            <a:off x="1721982" y="1431309"/>
            <a:ext cx="365760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/>
          <p:cNvSpPr/>
          <p:nvPr/>
        </p:nvSpPr>
        <p:spPr>
          <a:xfrm>
            <a:off x="1704526" y="4873387"/>
            <a:ext cx="26321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N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29" name="직선 화살표 연결선 128"/>
          <p:cNvCxnSpPr>
            <a:stCxn id="132" idx="3"/>
          </p:cNvCxnSpPr>
          <p:nvPr/>
        </p:nvCxnSpPr>
        <p:spPr>
          <a:xfrm flipV="1">
            <a:off x="1727162" y="5088832"/>
            <a:ext cx="423510" cy="1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/>
          <p:cNvCxnSpPr/>
          <p:nvPr/>
        </p:nvCxnSpPr>
        <p:spPr>
          <a:xfrm>
            <a:off x="1144220" y="5306239"/>
            <a:ext cx="2" cy="37443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순서도: 판단 131"/>
          <p:cNvSpPr/>
          <p:nvPr/>
        </p:nvSpPr>
        <p:spPr>
          <a:xfrm>
            <a:off x="561282" y="4827072"/>
            <a:ext cx="1165880" cy="523521"/>
          </a:xfrm>
          <a:prstGeom prst="flowChartDecisi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b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처음 진입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?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607091" y="5677145"/>
            <a:ext cx="1092255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출판사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스케줄 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설정 화면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705616" y="2799205"/>
            <a:ext cx="866848" cy="4088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Splash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705616" y="3522725"/>
            <a:ext cx="866848" cy="4088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로그인 화면</a:t>
            </a:r>
          </a:p>
        </p:txBody>
      </p:sp>
      <p:cxnSp>
        <p:nvCxnSpPr>
          <p:cNvPr id="145" name="꺾인 연결선 144"/>
          <p:cNvCxnSpPr>
            <a:stCxn id="133" idx="2"/>
            <a:endCxn id="227" idx="2"/>
          </p:cNvCxnSpPr>
          <p:nvPr/>
        </p:nvCxnSpPr>
        <p:spPr>
          <a:xfrm rot="5400000" flipH="1" flipV="1">
            <a:off x="1588371" y="4858080"/>
            <a:ext cx="792716" cy="1663020"/>
          </a:xfrm>
          <a:prstGeom prst="bentConnector3">
            <a:avLst>
              <a:gd name="adj1" fmla="val -28838"/>
            </a:avLst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직사각형 145"/>
          <p:cNvSpPr/>
          <p:nvPr/>
        </p:nvSpPr>
        <p:spPr>
          <a:xfrm>
            <a:off x="3359073" y="4109856"/>
            <a:ext cx="1072730" cy="3693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회원가입 완료 시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자동 로그인 처리</a:t>
            </a:r>
          </a:p>
        </p:txBody>
      </p:sp>
      <p:sp>
        <p:nvSpPr>
          <p:cNvPr id="147" name="타원 146"/>
          <p:cNvSpPr/>
          <p:nvPr/>
        </p:nvSpPr>
        <p:spPr>
          <a:xfrm>
            <a:off x="607091" y="4190183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8" name="타원 147"/>
          <p:cNvSpPr/>
          <p:nvPr/>
        </p:nvSpPr>
        <p:spPr>
          <a:xfrm>
            <a:off x="235131" y="651192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2029595" y="3326420"/>
            <a:ext cx="106014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FF3300"/>
                </a:solidFill>
                <a:latin typeface="+mn-ea"/>
              </a:rPr>
              <a:t>* PC, MO Web</a:t>
            </a:r>
            <a:endParaRPr lang="ko-KR" altLang="en-US" sz="800" b="1" dirty="0">
              <a:solidFill>
                <a:srgbClr val="FF3300"/>
              </a:solidFill>
              <a:latin typeface="+mn-ea"/>
            </a:endParaRPr>
          </a:p>
        </p:txBody>
      </p:sp>
      <p:cxnSp>
        <p:nvCxnSpPr>
          <p:cNvPr id="178" name="직선 연결선 177"/>
          <p:cNvCxnSpPr>
            <a:endCxn id="180" idx="0"/>
          </p:cNvCxnSpPr>
          <p:nvPr/>
        </p:nvCxnSpPr>
        <p:spPr>
          <a:xfrm flipH="1">
            <a:off x="6196176" y="905186"/>
            <a:ext cx="1" cy="348594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/>
          <p:cNvCxnSpPr>
            <a:stCxn id="180" idx="2"/>
            <a:endCxn id="182" idx="0"/>
          </p:cNvCxnSpPr>
          <p:nvPr/>
        </p:nvCxnSpPr>
        <p:spPr>
          <a:xfrm>
            <a:off x="6196176" y="1662583"/>
            <a:ext cx="0" cy="405311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직사각형 179"/>
          <p:cNvSpPr/>
          <p:nvPr/>
        </p:nvSpPr>
        <p:spPr>
          <a:xfrm>
            <a:off x="5762752" y="1253780"/>
            <a:ext cx="86684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안드로이드 패드 홈</a:t>
            </a:r>
          </a:p>
        </p:txBody>
      </p:sp>
      <p:sp>
        <p:nvSpPr>
          <p:cNvPr id="181" name="직사각형 180"/>
          <p:cNvSpPr/>
          <p:nvPr/>
        </p:nvSpPr>
        <p:spPr>
          <a:xfrm>
            <a:off x="6178010" y="955143"/>
            <a:ext cx="58541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800" dirty="0">
                <a:latin typeface="+mn-ea"/>
              </a:rPr>
              <a:t>패드 </a:t>
            </a:r>
            <a:r>
              <a:rPr lang="en-US" altLang="ko-KR" sz="800" dirty="0">
                <a:latin typeface="+mn-ea"/>
              </a:rPr>
              <a:t>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5762752" y="2067894"/>
            <a:ext cx="86684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Splash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6185159" y="1742128"/>
            <a:ext cx="107914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800" dirty="0">
                <a:latin typeface="+mn-ea"/>
              </a:rPr>
              <a:t>스마트올 중학 선택</a:t>
            </a:r>
          </a:p>
        </p:txBody>
      </p:sp>
      <p:sp>
        <p:nvSpPr>
          <p:cNvPr id="184" name="순서도: 판단 183"/>
          <p:cNvSpPr/>
          <p:nvPr/>
        </p:nvSpPr>
        <p:spPr>
          <a:xfrm>
            <a:off x="5613236" y="2782239"/>
            <a:ext cx="1165880" cy="523521"/>
          </a:xfrm>
          <a:prstGeom prst="flowChartDecis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b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버전 최신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여부</a:t>
            </a:r>
          </a:p>
        </p:txBody>
      </p:sp>
      <p:cxnSp>
        <p:nvCxnSpPr>
          <p:cNvPr id="185" name="직선 연결선 184"/>
          <p:cNvCxnSpPr>
            <a:stCxn id="182" idx="2"/>
            <a:endCxn id="184" idx="0"/>
          </p:cNvCxnSpPr>
          <p:nvPr/>
        </p:nvCxnSpPr>
        <p:spPr>
          <a:xfrm>
            <a:off x="6196176" y="2476697"/>
            <a:ext cx="0" cy="305542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/>
          <p:cNvCxnSpPr>
            <a:stCxn id="184" idx="3"/>
            <a:endCxn id="187" idx="1"/>
          </p:cNvCxnSpPr>
          <p:nvPr/>
        </p:nvCxnSpPr>
        <p:spPr>
          <a:xfrm flipV="1">
            <a:off x="6779116" y="3043999"/>
            <a:ext cx="437398" cy="1"/>
          </a:xfrm>
          <a:prstGeom prst="line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7216514" y="2839597"/>
            <a:ext cx="86684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+mn-ea"/>
              </a:rPr>
              <a:t>앱스토어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5751735" y="4161667"/>
            <a:ext cx="866848" cy="40880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ID/PW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입력</a:t>
            </a:r>
          </a:p>
        </p:txBody>
      </p:sp>
      <p:cxnSp>
        <p:nvCxnSpPr>
          <p:cNvPr id="190" name="직선 연결선 189"/>
          <p:cNvCxnSpPr/>
          <p:nvPr/>
        </p:nvCxnSpPr>
        <p:spPr>
          <a:xfrm>
            <a:off x="6185159" y="3901255"/>
            <a:ext cx="0" cy="36091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/>
          <p:cNvCxnSpPr/>
          <p:nvPr/>
        </p:nvCxnSpPr>
        <p:spPr>
          <a:xfrm>
            <a:off x="6185159" y="4473974"/>
            <a:ext cx="0" cy="36091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꺾인 연결선 192"/>
          <p:cNvCxnSpPr>
            <a:stCxn id="187" idx="3"/>
            <a:endCxn id="221" idx="3"/>
          </p:cNvCxnSpPr>
          <p:nvPr/>
        </p:nvCxnSpPr>
        <p:spPr>
          <a:xfrm flipH="1">
            <a:off x="6636458" y="3043999"/>
            <a:ext cx="1446904" cy="756756"/>
          </a:xfrm>
          <a:prstGeom prst="bentConnector3">
            <a:avLst>
              <a:gd name="adj1" fmla="val -77679"/>
            </a:avLst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직사각형 193"/>
          <p:cNvSpPr/>
          <p:nvPr/>
        </p:nvSpPr>
        <p:spPr>
          <a:xfrm>
            <a:off x="8689919" y="3287700"/>
            <a:ext cx="1007022" cy="29059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업데이트 및 실행</a:t>
            </a:r>
          </a:p>
        </p:txBody>
      </p:sp>
      <p:cxnSp>
        <p:nvCxnSpPr>
          <p:cNvPr id="195" name="직선 연결선 194"/>
          <p:cNvCxnSpPr>
            <a:stCxn id="184" idx="2"/>
          </p:cNvCxnSpPr>
          <p:nvPr/>
        </p:nvCxnSpPr>
        <p:spPr>
          <a:xfrm>
            <a:off x="6196176" y="3305760"/>
            <a:ext cx="6858" cy="29059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/>
          <p:cNvSpPr/>
          <p:nvPr/>
        </p:nvSpPr>
        <p:spPr>
          <a:xfrm>
            <a:off x="6191610" y="3272709"/>
            <a:ext cx="24237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Y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7" name="직사각형 196"/>
          <p:cNvSpPr/>
          <p:nvPr/>
        </p:nvSpPr>
        <p:spPr>
          <a:xfrm>
            <a:off x="6642065" y="2808166"/>
            <a:ext cx="26321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N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6747732" y="4873387"/>
            <a:ext cx="26321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N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216" name="직선 화살표 연결선 215"/>
          <p:cNvCxnSpPr>
            <a:stCxn id="218" idx="3"/>
          </p:cNvCxnSpPr>
          <p:nvPr/>
        </p:nvCxnSpPr>
        <p:spPr>
          <a:xfrm flipV="1">
            <a:off x="6770368" y="5088832"/>
            <a:ext cx="423510" cy="1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연결선 216"/>
          <p:cNvCxnSpPr/>
          <p:nvPr/>
        </p:nvCxnSpPr>
        <p:spPr>
          <a:xfrm>
            <a:off x="6187426" y="5306239"/>
            <a:ext cx="2" cy="37443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순서도: 판단 217"/>
          <p:cNvSpPr/>
          <p:nvPr/>
        </p:nvSpPr>
        <p:spPr>
          <a:xfrm>
            <a:off x="5604488" y="4827072"/>
            <a:ext cx="1165880" cy="523521"/>
          </a:xfrm>
          <a:prstGeom prst="flowChartDecisi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b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처음 진입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?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9" name="직사각형 218"/>
          <p:cNvSpPr/>
          <p:nvPr/>
        </p:nvSpPr>
        <p:spPr>
          <a:xfrm>
            <a:off x="5604488" y="5667455"/>
            <a:ext cx="117462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출판사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스케줄 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설정 화면</a:t>
            </a:r>
          </a:p>
        </p:txBody>
      </p:sp>
      <p:cxnSp>
        <p:nvCxnSpPr>
          <p:cNvPr id="220" name="꺾인 연결선 219"/>
          <p:cNvCxnSpPr/>
          <p:nvPr/>
        </p:nvCxnSpPr>
        <p:spPr>
          <a:xfrm rot="5400000" flipH="1" flipV="1">
            <a:off x="6640974" y="4850424"/>
            <a:ext cx="783026" cy="1694655"/>
          </a:xfrm>
          <a:prstGeom prst="bentConnector3">
            <a:avLst>
              <a:gd name="adj1" fmla="val -29194"/>
            </a:avLst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직사각형 220"/>
          <p:cNvSpPr/>
          <p:nvPr/>
        </p:nvSpPr>
        <p:spPr>
          <a:xfrm>
            <a:off x="5769610" y="3596353"/>
            <a:ext cx="866848" cy="4088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+mn-ea"/>
              </a:rPr>
              <a:t>로그인 화면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22" name="직선 연결선 221"/>
          <p:cNvCxnSpPr/>
          <p:nvPr/>
        </p:nvCxnSpPr>
        <p:spPr>
          <a:xfrm>
            <a:off x="5044216" y="559954"/>
            <a:ext cx="0" cy="6131966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직사각형 224"/>
          <p:cNvSpPr/>
          <p:nvPr/>
        </p:nvSpPr>
        <p:spPr>
          <a:xfrm>
            <a:off x="1" y="515287"/>
            <a:ext cx="23622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비회원 및 패드보유회원</a:t>
            </a:r>
          </a:p>
        </p:txBody>
      </p:sp>
      <p:sp>
        <p:nvSpPr>
          <p:cNvPr id="226" name="직사각형 225"/>
          <p:cNvSpPr/>
          <p:nvPr/>
        </p:nvSpPr>
        <p:spPr>
          <a:xfrm>
            <a:off x="5407118" y="515287"/>
            <a:ext cx="161424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회원</a:t>
            </a:r>
            <a:r>
              <a:rPr lang="en-US" altLang="ko-KR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(</a:t>
            </a:r>
            <a:r>
              <a:rPr lang="ko-KR" altLang="en-US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전용패드</a:t>
            </a:r>
            <a:r>
              <a:rPr lang="en-US" altLang="ko-KR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)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2150672" y="4884429"/>
            <a:ext cx="1331134" cy="4088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스마트올 중학</a:t>
            </a:r>
            <a:endParaRPr lang="en-US" altLang="ko-KR" sz="9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홈 화면</a:t>
            </a:r>
            <a:endParaRPr lang="en-US" altLang="ko-KR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2" name="직사각형 231"/>
          <p:cNvSpPr/>
          <p:nvPr/>
        </p:nvSpPr>
        <p:spPr>
          <a:xfrm>
            <a:off x="7216514" y="4884429"/>
            <a:ext cx="1331134" cy="4088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스마트올 중학</a:t>
            </a:r>
            <a:endParaRPr lang="en-US" altLang="ko-KR" sz="9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홈 화면</a:t>
            </a:r>
            <a:endParaRPr lang="en-US" altLang="ko-KR" sz="9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4862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공통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4294967295"/>
          </p:nvPr>
        </p:nvSpPr>
        <p:spPr>
          <a:xfrm>
            <a:off x="1486348" y="81575"/>
            <a:ext cx="756371" cy="3045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1400" dirty="0">
                <a:latin typeface="+mn-ea"/>
              </a:rPr>
              <a:t>2.7.2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half" idx="4294967295"/>
          </p:nvPr>
        </p:nvSpPr>
        <p:spPr>
          <a:xfrm>
            <a:off x="2137841" y="81576"/>
            <a:ext cx="4195763" cy="314866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ko-KR" altLang="en-US" sz="1400" dirty="0">
                <a:latin typeface="+mn-ea"/>
              </a:rPr>
              <a:t>회원 </a:t>
            </a: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기존회원 서비스 </a:t>
            </a:r>
            <a:r>
              <a:rPr lang="en-US" altLang="ko-KR" sz="1400" dirty="0">
                <a:latin typeface="+mn-ea"/>
              </a:rPr>
              <a:t>Flow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222" name="직선 연결선 221"/>
          <p:cNvCxnSpPr/>
          <p:nvPr/>
        </p:nvCxnSpPr>
        <p:spPr>
          <a:xfrm>
            <a:off x="5044216" y="559954"/>
            <a:ext cx="0" cy="6131966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>
            <a:endCxn id="122" idx="0"/>
          </p:cNvCxnSpPr>
          <p:nvPr/>
        </p:nvCxnSpPr>
        <p:spPr>
          <a:xfrm>
            <a:off x="1128625" y="848470"/>
            <a:ext cx="2653" cy="362631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직사각형 119"/>
          <p:cNvSpPr/>
          <p:nvPr/>
        </p:nvSpPr>
        <p:spPr>
          <a:xfrm>
            <a:off x="695198" y="2028707"/>
            <a:ext cx="86684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북클럽 홈</a:t>
            </a:r>
          </a:p>
        </p:txBody>
      </p:sp>
      <p:cxnSp>
        <p:nvCxnSpPr>
          <p:cNvPr id="121" name="직선 연결선 120"/>
          <p:cNvCxnSpPr>
            <a:stCxn id="122" idx="2"/>
            <a:endCxn id="120" idx="0"/>
          </p:cNvCxnSpPr>
          <p:nvPr/>
        </p:nvCxnSpPr>
        <p:spPr>
          <a:xfrm flipH="1">
            <a:off x="1128622" y="1619904"/>
            <a:ext cx="2656" cy="40880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/>
          <p:cNvSpPr/>
          <p:nvPr/>
        </p:nvSpPr>
        <p:spPr>
          <a:xfrm>
            <a:off x="697854" y="1211101"/>
            <a:ext cx="86684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웅진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SAP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1112214" y="1691698"/>
            <a:ext cx="63190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800" dirty="0">
                <a:latin typeface="+mn-ea"/>
              </a:rPr>
              <a:t>오더 추가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95198" y="2846313"/>
            <a:ext cx="86684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학습 투데이</a:t>
            </a:r>
          </a:p>
        </p:txBody>
      </p:sp>
      <p:cxnSp>
        <p:nvCxnSpPr>
          <p:cNvPr id="125" name="직선 연결선 124"/>
          <p:cNvCxnSpPr>
            <a:stCxn id="120" idx="2"/>
            <a:endCxn id="124" idx="0"/>
          </p:cNvCxnSpPr>
          <p:nvPr/>
        </p:nvCxnSpPr>
        <p:spPr>
          <a:xfrm>
            <a:off x="1128622" y="2437510"/>
            <a:ext cx="0" cy="40880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/>
          <p:cNvSpPr/>
          <p:nvPr/>
        </p:nvSpPr>
        <p:spPr>
          <a:xfrm>
            <a:off x="1119304" y="3289817"/>
            <a:ext cx="107914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800" dirty="0">
                <a:latin typeface="+mn-ea"/>
              </a:rPr>
              <a:t>스마트올 중학 선택</a:t>
            </a:r>
          </a:p>
        </p:txBody>
      </p:sp>
      <p:sp>
        <p:nvSpPr>
          <p:cNvPr id="131" name="순서도: 판단 130"/>
          <p:cNvSpPr/>
          <p:nvPr/>
        </p:nvSpPr>
        <p:spPr>
          <a:xfrm>
            <a:off x="545682" y="3587949"/>
            <a:ext cx="1165880" cy="523521"/>
          </a:xfrm>
          <a:prstGeom prst="flowChartDecisi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b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중학 설치 여부</a:t>
            </a:r>
          </a:p>
        </p:txBody>
      </p:sp>
      <p:cxnSp>
        <p:nvCxnSpPr>
          <p:cNvPr id="135" name="직선 연결선 134"/>
          <p:cNvCxnSpPr>
            <a:stCxn id="124" idx="2"/>
            <a:endCxn id="131" idx="0"/>
          </p:cNvCxnSpPr>
          <p:nvPr/>
        </p:nvCxnSpPr>
        <p:spPr>
          <a:xfrm>
            <a:off x="1128622" y="3255116"/>
            <a:ext cx="0" cy="33283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2059066" y="3640986"/>
            <a:ext cx="86684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인스톨러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659494" y="3609555"/>
            <a:ext cx="26000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N</a:t>
            </a:r>
            <a:endParaRPr lang="ko-KR" altLang="en-US" sz="1000" dirty="0">
              <a:solidFill>
                <a:srgbClr val="FF0000"/>
              </a:solidFill>
              <a:latin typeface="또또사랑 OTF Light" panose="02020603020101020101" pitchFamily="18" charset="-127"/>
              <a:ea typeface="또또사랑 OTF Light" panose="02020603020101020101" pitchFamily="18" charset="-127"/>
            </a:endParaRPr>
          </a:p>
        </p:txBody>
      </p:sp>
      <p:cxnSp>
        <p:nvCxnSpPr>
          <p:cNvPr id="140" name="꺾인 연결선 139"/>
          <p:cNvCxnSpPr>
            <a:stCxn id="137" idx="3"/>
            <a:endCxn id="124" idx="3"/>
          </p:cNvCxnSpPr>
          <p:nvPr/>
        </p:nvCxnSpPr>
        <p:spPr>
          <a:xfrm flipH="1" flipV="1">
            <a:off x="1562046" y="3050715"/>
            <a:ext cx="1363868" cy="794673"/>
          </a:xfrm>
          <a:prstGeom prst="bentConnector3">
            <a:avLst>
              <a:gd name="adj1" fmla="val -78151"/>
            </a:avLst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/>
          <p:cNvSpPr/>
          <p:nvPr/>
        </p:nvSpPr>
        <p:spPr>
          <a:xfrm>
            <a:off x="3549892" y="3333173"/>
            <a:ext cx="899605" cy="2308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App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업데이트</a:t>
            </a:r>
          </a:p>
        </p:txBody>
      </p:sp>
      <p:cxnSp>
        <p:nvCxnSpPr>
          <p:cNvPr id="143" name="직선 연결선 142"/>
          <p:cNvCxnSpPr>
            <a:stCxn id="131" idx="2"/>
          </p:cNvCxnSpPr>
          <p:nvPr/>
        </p:nvCxnSpPr>
        <p:spPr>
          <a:xfrm>
            <a:off x="1128622" y="4111470"/>
            <a:ext cx="0" cy="902227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/>
          <p:cNvSpPr/>
          <p:nvPr/>
        </p:nvSpPr>
        <p:spPr>
          <a:xfrm>
            <a:off x="1141200" y="4111470"/>
            <a:ext cx="24237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Y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590460" y="4437381"/>
            <a:ext cx="1051367" cy="3188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스마트올 중학 자동 로그인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145491" y="5084599"/>
            <a:ext cx="1331134" cy="4088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스마트올 중학</a:t>
            </a:r>
            <a:endParaRPr lang="en-US" altLang="ko-KR" sz="9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홈 화면</a:t>
            </a:r>
            <a:endParaRPr lang="en-US" altLang="ko-KR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1704526" y="5078788"/>
            <a:ext cx="26321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N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56" name="직선 화살표 연결선 155"/>
          <p:cNvCxnSpPr>
            <a:stCxn id="158" idx="3"/>
          </p:cNvCxnSpPr>
          <p:nvPr/>
        </p:nvCxnSpPr>
        <p:spPr>
          <a:xfrm flipV="1">
            <a:off x="1727162" y="5294233"/>
            <a:ext cx="423510" cy="1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/>
          <p:cNvCxnSpPr/>
          <p:nvPr/>
        </p:nvCxnSpPr>
        <p:spPr>
          <a:xfrm>
            <a:off x="1144220" y="5511640"/>
            <a:ext cx="2" cy="37443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순서도: 판단 157"/>
          <p:cNvSpPr/>
          <p:nvPr/>
        </p:nvSpPr>
        <p:spPr>
          <a:xfrm>
            <a:off x="561282" y="5032473"/>
            <a:ext cx="1165880" cy="523521"/>
          </a:xfrm>
          <a:prstGeom prst="flowChartDecisi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b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처음 진입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?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545681" y="5872856"/>
            <a:ext cx="1156255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출판사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스케줄 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설정 화면</a:t>
            </a:r>
          </a:p>
        </p:txBody>
      </p:sp>
      <p:cxnSp>
        <p:nvCxnSpPr>
          <p:cNvPr id="160" name="꺾인 연결선 159"/>
          <p:cNvCxnSpPr>
            <a:stCxn id="159" idx="2"/>
            <a:endCxn id="153" idx="2"/>
          </p:cNvCxnSpPr>
          <p:nvPr/>
        </p:nvCxnSpPr>
        <p:spPr>
          <a:xfrm rot="5400000" flipH="1" flipV="1">
            <a:off x="1573304" y="5043906"/>
            <a:ext cx="788257" cy="1687249"/>
          </a:xfrm>
          <a:prstGeom prst="bentConnector3">
            <a:avLst>
              <a:gd name="adj1" fmla="val -29001"/>
            </a:avLst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/>
          <p:nvPr/>
        </p:nvCxnSpPr>
        <p:spPr>
          <a:xfrm>
            <a:off x="1701937" y="3846151"/>
            <a:ext cx="360000" cy="0"/>
          </a:xfrm>
          <a:prstGeom prst="line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직사각형 161"/>
          <p:cNvSpPr/>
          <p:nvPr/>
        </p:nvSpPr>
        <p:spPr>
          <a:xfrm>
            <a:off x="430515" y="515287"/>
            <a:ext cx="1584088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기존회원</a:t>
            </a:r>
            <a:r>
              <a:rPr lang="en-US" altLang="ko-KR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(</a:t>
            </a:r>
            <a:r>
              <a:rPr lang="ko-KR" altLang="en-US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북클럽</a:t>
            </a:r>
            <a:r>
              <a:rPr lang="en-US" altLang="ko-KR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)</a:t>
            </a:r>
            <a:endParaRPr lang="ko-KR" altLang="en-US" dirty="0">
              <a:latin typeface="또또사랑 OTF Light" panose="02020603020101020101" pitchFamily="18" charset="-127"/>
              <a:ea typeface="또또사랑 OTF Light" panose="02020603020101020101" pitchFamily="18" charset="-127"/>
            </a:endParaRPr>
          </a:p>
        </p:txBody>
      </p:sp>
      <p:cxnSp>
        <p:nvCxnSpPr>
          <p:cNvPr id="163" name="직선 연결선 162"/>
          <p:cNvCxnSpPr>
            <a:endCxn id="165" idx="0"/>
          </p:cNvCxnSpPr>
          <p:nvPr/>
        </p:nvCxnSpPr>
        <p:spPr>
          <a:xfrm>
            <a:off x="6184619" y="884619"/>
            <a:ext cx="0" cy="369161"/>
          </a:xfrm>
          <a:prstGeom prst="line">
            <a:avLst/>
          </a:prstGeom>
          <a:ln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/>
          <p:cNvCxnSpPr>
            <a:stCxn id="165" idx="2"/>
            <a:endCxn id="167" idx="0"/>
          </p:cNvCxnSpPr>
          <p:nvPr/>
        </p:nvCxnSpPr>
        <p:spPr>
          <a:xfrm>
            <a:off x="6184619" y="1662583"/>
            <a:ext cx="0" cy="405311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5638107" y="1253780"/>
            <a:ext cx="1093023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웅진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SAP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5638107" y="2067894"/>
            <a:ext cx="1093023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스마트올 초등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오늘의 학습</a:t>
            </a:r>
          </a:p>
        </p:txBody>
      </p:sp>
      <p:sp>
        <p:nvSpPr>
          <p:cNvPr id="168" name="직사각형 167"/>
          <p:cNvSpPr/>
          <p:nvPr/>
        </p:nvSpPr>
        <p:spPr>
          <a:xfrm>
            <a:off x="6185159" y="1742128"/>
            <a:ext cx="63190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800" dirty="0">
                <a:latin typeface="+mn-ea"/>
              </a:rPr>
              <a:t>오더 추가</a:t>
            </a:r>
          </a:p>
        </p:txBody>
      </p:sp>
      <p:sp>
        <p:nvSpPr>
          <p:cNvPr id="208" name="직사각형 207"/>
          <p:cNvSpPr/>
          <p:nvPr/>
        </p:nvSpPr>
        <p:spPr>
          <a:xfrm>
            <a:off x="5091079" y="515287"/>
            <a:ext cx="232889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기존회원</a:t>
            </a:r>
            <a:r>
              <a:rPr lang="en-US" altLang="ko-KR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(</a:t>
            </a:r>
            <a:r>
              <a:rPr lang="ko-KR" altLang="en-US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스마트올 초등</a:t>
            </a:r>
            <a:r>
              <a:rPr lang="en-US" altLang="ko-KR" dirty="0"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)</a:t>
            </a:r>
            <a:endParaRPr lang="ko-KR" altLang="en-US" dirty="0">
              <a:latin typeface="또또사랑 OTF Light" panose="02020603020101020101" pitchFamily="18" charset="-127"/>
              <a:ea typeface="또또사랑 OTF Light" panose="02020603020101020101" pitchFamily="18" charset="-127"/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6196129" y="2655382"/>
            <a:ext cx="107914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800" dirty="0">
                <a:latin typeface="+mn-ea"/>
              </a:rPr>
              <a:t>스마트올 중학 선택</a:t>
            </a:r>
          </a:p>
        </p:txBody>
      </p:sp>
      <p:sp>
        <p:nvSpPr>
          <p:cNvPr id="237" name="순서도: 판단 236"/>
          <p:cNvSpPr/>
          <p:nvPr/>
        </p:nvSpPr>
        <p:spPr>
          <a:xfrm>
            <a:off x="5622507" y="3124253"/>
            <a:ext cx="1165880" cy="523521"/>
          </a:xfrm>
          <a:prstGeom prst="flowChartDecisi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b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중학 설치 여부</a:t>
            </a:r>
          </a:p>
        </p:txBody>
      </p:sp>
      <p:cxnSp>
        <p:nvCxnSpPr>
          <p:cNvPr id="238" name="직선 연결선 237"/>
          <p:cNvCxnSpPr>
            <a:endCxn id="237" idx="0"/>
          </p:cNvCxnSpPr>
          <p:nvPr/>
        </p:nvCxnSpPr>
        <p:spPr>
          <a:xfrm>
            <a:off x="6205447" y="2476697"/>
            <a:ext cx="0" cy="647556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직사각형 238"/>
          <p:cNvSpPr/>
          <p:nvPr/>
        </p:nvSpPr>
        <p:spPr>
          <a:xfrm>
            <a:off x="7135891" y="3177290"/>
            <a:ext cx="86684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인스톨러</a:t>
            </a:r>
          </a:p>
        </p:txBody>
      </p:sp>
      <p:sp>
        <p:nvSpPr>
          <p:cNvPr id="240" name="직사각형 239"/>
          <p:cNvSpPr/>
          <p:nvPr/>
        </p:nvSpPr>
        <p:spPr>
          <a:xfrm>
            <a:off x="6736319" y="3145859"/>
            <a:ext cx="26000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  <a:latin typeface="또또사랑 OTF Light" panose="02020603020101020101" pitchFamily="18" charset="-127"/>
                <a:ea typeface="또또사랑 OTF Light" panose="02020603020101020101" pitchFamily="18" charset="-127"/>
              </a:rPr>
              <a:t>N</a:t>
            </a:r>
            <a:endParaRPr lang="ko-KR" altLang="en-US" sz="1000" dirty="0">
              <a:solidFill>
                <a:srgbClr val="FF0000"/>
              </a:solidFill>
              <a:latin typeface="또또사랑 OTF Light" panose="02020603020101020101" pitchFamily="18" charset="-127"/>
              <a:ea typeface="또또사랑 OTF Light" panose="02020603020101020101" pitchFamily="18" charset="-127"/>
            </a:endParaRPr>
          </a:p>
        </p:txBody>
      </p:sp>
      <p:cxnSp>
        <p:nvCxnSpPr>
          <p:cNvPr id="241" name="꺾인 연결선 240"/>
          <p:cNvCxnSpPr>
            <a:stCxn id="239" idx="3"/>
            <a:endCxn id="167" idx="3"/>
          </p:cNvCxnSpPr>
          <p:nvPr/>
        </p:nvCxnSpPr>
        <p:spPr>
          <a:xfrm flipH="1" flipV="1">
            <a:off x="6731130" y="2272296"/>
            <a:ext cx="1271609" cy="1109396"/>
          </a:xfrm>
          <a:prstGeom prst="bentConnector3">
            <a:avLst>
              <a:gd name="adj1" fmla="val -65916"/>
            </a:avLst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직사각형 241"/>
          <p:cNvSpPr/>
          <p:nvPr/>
        </p:nvSpPr>
        <p:spPr>
          <a:xfrm>
            <a:off x="8436501" y="2730897"/>
            <a:ext cx="899605" cy="2308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App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업데이트</a:t>
            </a:r>
          </a:p>
        </p:txBody>
      </p:sp>
      <p:cxnSp>
        <p:nvCxnSpPr>
          <p:cNvPr id="243" name="직선 연결선 242"/>
          <p:cNvCxnSpPr>
            <a:stCxn id="237" idx="2"/>
          </p:cNvCxnSpPr>
          <p:nvPr/>
        </p:nvCxnSpPr>
        <p:spPr>
          <a:xfrm>
            <a:off x="6205447" y="3647774"/>
            <a:ext cx="0" cy="904994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직사각형 243"/>
          <p:cNvSpPr/>
          <p:nvPr/>
        </p:nvSpPr>
        <p:spPr>
          <a:xfrm>
            <a:off x="6218025" y="3647774"/>
            <a:ext cx="24237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Y</a:t>
            </a:r>
            <a:endParaRPr lang="ko-KR" altLang="en-US" sz="800" dirty="0">
              <a:latin typeface="+mn-ea"/>
            </a:endParaRPr>
          </a:p>
        </p:txBody>
      </p:sp>
      <p:sp>
        <p:nvSpPr>
          <p:cNvPr id="247" name="직사각형 246"/>
          <p:cNvSpPr/>
          <p:nvPr/>
        </p:nvSpPr>
        <p:spPr>
          <a:xfrm>
            <a:off x="6781351" y="4599083"/>
            <a:ext cx="26321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N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248" name="직선 화살표 연결선 247"/>
          <p:cNvCxnSpPr>
            <a:stCxn id="250" idx="3"/>
          </p:cNvCxnSpPr>
          <p:nvPr/>
        </p:nvCxnSpPr>
        <p:spPr>
          <a:xfrm flipV="1">
            <a:off x="6803987" y="4814528"/>
            <a:ext cx="423510" cy="1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연결선 248"/>
          <p:cNvCxnSpPr/>
          <p:nvPr/>
        </p:nvCxnSpPr>
        <p:spPr>
          <a:xfrm>
            <a:off x="6221045" y="5031935"/>
            <a:ext cx="2" cy="374433"/>
          </a:xfrm>
          <a:prstGeom prst="line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순서도: 판단 249"/>
          <p:cNvSpPr/>
          <p:nvPr/>
        </p:nvSpPr>
        <p:spPr>
          <a:xfrm>
            <a:off x="5638107" y="4552768"/>
            <a:ext cx="1165880" cy="523521"/>
          </a:xfrm>
          <a:prstGeom prst="flowChartDecisi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b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처음 진입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?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1" name="직사각형 250"/>
          <p:cNvSpPr/>
          <p:nvPr/>
        </p:nvSpPr>
        <p:spPr>
          <a:xfrm>
            <a:off x="5655392" y="5393151"/>
            <a:ext cx="1075738" cy="4088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출판사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스케줄 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설정 화면</a:t>
            </a:r>
          </a:p>
        </p:txBody>
      </p:sp>
      <p:cxnSp>
        <p:nvCxnSpPr>
          <p:cNvPr id="252" name="꺾인 연결선 251"/>
          <p:cNvCxnSpPr>
            <a:stCxn id="251" idx="2"/>
            <a:endCxn id="255" idx="2"/>
          </p:cNvCxnSpPr>
          <p:nvPr/>
        </p:nvCxnSpPr>
        <p:spPr>
          <a:xfrm rot="5400000" flipH="1" flipV="1">
            <a:off x="6667220" y="4552717"/>
            <a:ext cx="775277" cy="1723197"/>
          </a:xfrm>
          <a:prstGeom prst="bentConnector3">
            <a:avLst>
              <a:gd name="adj1" fmla="val -29486"/>
            </a:avLst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/>
          <p:cNvCxnSpPr/>
          <p:nvPr/>
        </p:nvCxnSpPr>
        <p:spPr>
          <a:xfrm>
            <a:off x="6778762" y="3382455"/>
            <a:ext cx="360000" cy="0"/>
          </a:xfrm>
          <a:prstGeom prst="line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5679763" y="3949297"/>
            <a:ext cx="1051367" cy="3188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스마트올 중학 자동 로그인</a:t>
            </a:r>
          </a:p>
        </p:txBody>
      </p:sp>
      <p:sp>
        <p:nvSpPr>
          <p:cNvPr id="255" name="직사각형 254"/>
          <p:cNvSpPr/>
          <p:nvPr/>
        </p:nvSpPr>
        <p:spPr>
          <a:xfrm>
            <a:off x="7250891" y="4617874"/>
            <a:ext cx="1331134" cy="4088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스마트올 중학</a:t>
            </a:r>
            <a:endParaRPr lang="en-US" altLang="ko-KR" sz="9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홈 화면</a:t>
            </a:r>
            <a:endParaRPr lang="en-US" altLang="ko-KR" sz="9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04788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.표지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">
          <a:noFill/>
        </a:ln>
      </a:spPr>
      <a:bodyPr rtlCol="0" anchor="ctr"/>
      <a:lstStyle>
        <a:defPPr algn="r">
          <a:defRPr sz="900" dirty="0" err="1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104835</TotalTime>
  <Words>197</Words>
  <Application>Microsoft Office PowerPoint</Application>
  <PresentationFormat>A4 용지(210x297mm)</PresentationFormat>
  <Paragraphs>87</Paragraphs>
  <Slides>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4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또또사랑 OTF Bold</vt:lpstr>
      <vt:lpstr>또또사랑 OTF Light</vt:lpstr>
      <vt:lpstr>맑은 고딕</vt:lpstr>
      <vt:lpstr>Arial</vt:lpstr>
      <vt:lpstr>Calibri</vt:lpstr>
      <vt:lpstr>1.표지</vt:lpstr>
      <vt:lpstr>디자인 사용자 지정</vt:lpstr>
      <vt:lpstr>1_Office 테마</vt:lpstr>
      <vt:lpstr>2_Office 테마</vt:lpstr>
      <vt:lpstr>think-cell Slide</vt:lpstr>
      <vt:lpstr>공통</vt:lpstr>
      <vt:lpstr>공통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김대호</dc:creator>
  <cp:lastModifiedBy>이금범</cp:lastModifiedBy>
  <cp:revision>4691</cp:revision>
  <cp:lastPrinted>2021-05-06T04:30:46Z</cp:lastPrinted>
  <dcterms:created xsi:type="dcterms:W3CDTF">2020-05-18T04:34:32Z</dcterms:created>
  <dcterms:modified xsi:type="dcterms:W3CDTF">2025-07-17T02:40:38Z</dcterms:modified>
</cp:coreProperties>
</file>