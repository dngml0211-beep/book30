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4"/>
  </p:sldMasterIdLst>
  <p:notesMasterIdLst>
    <p:notesMasterId r:id="rId6"/>
  </p:notesMasterIdLst>
  <p:handoutMasterIdLst>
    <p:handoutMasterId r:id="rId7"/>
  </p:handoutMasterIdLst>
  <p:sldIdLst>
    <p:sldId id="909" r:id="rId5"/>
  </p:sldIdLst>
  <p:sldSz cx="9906000" cy="6858000" type="A4"/>
  <p:notesSz cx="6797675" cy="9926638"/>
  <p:custDataLst>
    <p:tags r:id="rId8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A2C5C8"/>
    <a:srgbClr val="FCD5B5"/>
    <a:srgbClr val="717092"/>
    <a:srgbClr val="8EB4E3"/>
    <a:srgbClr val="EBF1DE"/>
    <a:srgbClr val="2063A1"/>
    <a:srgbClr val="FFFFFF"/>
    <a:srgbClr val="265A9A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C23CF4-FAD6-4623-82F5-9046AE563BE8}" v="52" dt="2026-02-10T10:29:56.7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보통 스타일 4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032" y="76"/>
      </p:cViewPr>
      <p:guideLst>
        <p:guide pos="312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5" y="6"/>
            <a:ext cx="2946400" cy="495615"/>
          </a:xfrm>
          <a:prstGeom prst="rect">
            <a:avLst/>
          </a:prstGeom>
        </p:spPr>
        <p:txBody>
          <a:bodyPr vert="horz" lIns="89934" tIns="44967" rIns="89934" bIns="4496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93" y="6"/>
            <a:ext cx="2946400" cy="495615"/>
          </a:xfrm>
          <a:prstGeom prst="rect">
            <a:avLst/>
          </a:prstGeom>
        </p:spPr>
        <p:txBody>
          <a:bodyPr vert="horz" lIns="89934" tIns="44967" rIns="89934" bIns="44967" rtlCol="0"/>
          <a:lstStyle>
            <a:lvl1pPr algn="r">
              <a:defRPr sz="1200"/>
            </a:lvl1pPr>
          </a:lstStyle>
          <a:p>
            <a:fld id="{6F32AAFD-9D2D-4630-8609-BF21AF911218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5" y="9427836"/>
            <a:ext cx="2946400" cy="497211"/>
          </a:xfrm>
          <a:prstGeom prst="rect">
            <a:avLst/>
          </a:prstGeom>
        </p:spPr>
        <p:txBody>
          <a:bodyPr vert="horz" lIns="89934" tIns="44967" rIns="89934" bIns="4496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93" y="9427836"/>
            <a:ext cx="2946400" cy="497211"/>
          </a:xfrm>
          <a:prstGeom prst="rect">
            <a:avLst/>
          </a:prstGeom>
        </p:spPr>
        <p:txBody>
          <a:bodyPr vert="horz" lIns="89934" tIns="44967" rIns="89934" bIns="44967" rtlCol="0" anchor="b"/>
          <a:lstStyle>
            <a:lvl1pPr algn="r">
              <a:defRPr sz="1200"/>
            </a:lvl1pPr>
          </a:lstStyle>
          <a:p>
            <a:fld id="{BDCF7C3A-4097-4D33-97E9-63B6E7E09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82302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6" y="3"/>
            <a:ext cx="2945659" cy="496332"/>
          </a:xfrm>
          <a:prstGeom prst="rect">
            <a:avLst/>
          </a:prstGeom>
        </p:spPr>
        <p:txBody>
          <a:bodyPr vert="horz" lIns="89934" tIns="44967" rIns="89934" bIns="4496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55" y="3"/>
            <a:ext cx="2945659" cy="496332"/>
          </a:xfrm>
          <a:prstGeom prst="rect">
            <a:avLst/>
          </a:prstGeom>
        </p:spPr>
        <p:txBody>
          <a:bodyPr vert="horz" lIns="89934" tIns="44967" rIns="89934" bIns="44967" rtlCol="0"/>
          <a:lstStyle>
            <a:lvl1pPr algn="r">
              <a:defRPr sz="1200"/>
            </a:lvl1pPr>
          </a:lstStyle>
          <a:p>
            <a:fld id="{EB236910-1AFF-4A41-85EE-A790077E7020}" type="datetimeFigureOut">
              <a:rPr lang="ko-KR" altLang="en-US" smtClean="0"/>
              <a:pPr/>
              <a:t>2026-02-10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752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934" tIns="44967" rIns="89934" bIns="4496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8"/>
          </a:xfrm>
          <a:prstGeom prst="rect">
            <a:avLst/>
          </a:prstGeom>
        </p:spPr>
        <p:txBody>
          <a:bodyPr vert="horz" lIns="89934" tIns="44967" rIns="89934" bIns="4496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6" y="9428592"/>
            <a:ext cx="2945659" cy="496332"/>
          </a:xfrm>
          <a:prstGeom prst="rect">
            <a:avLst/>
          </a:prstGeom>
        </p:spPr>
        <p:txBody>
          <a:bodyPr vert="horz" lIns="89934" tIns="44967" rIns="89934" bIns="4496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5"/>
          </p:nvPr>
        </p:nvSpPr>
        <p:spPr>
          <a:xfrm>
            <a:off x="3849690" y="9429432"/>
            <a:ext cx="2946400" cy="497212"/>
          </a:xfrm>
          <a:prstGeom prst="rect">
            <a:avLst/>
          </a:prstGeom>
        </p:spPr>
        <p:txBody>
          <a:bodyPr vert="horz" lIns="91428" tIns="45712" rIns="91428" bIns="45712" rtlCol="0" anchor="b"/>
          <a:lstStyle>
            <a:lvl1pPr algn="r">
              <a:defRPr sz="1200"/>
            </a:lvl1pPr>
          </a:lstStyle>
          <a:p>
            <a:fld id="{967FB0ED-787D-44AB-8CAD-B267E6BF97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369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20F0-6697-E27B-6EB7-3951F7A5E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48BE484-826C-0DBB-030F-3E3D20A29D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21CC7-BA7E-5C10-C67A-EE6D68877E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9F2381-7D71-DDDC-BF71-FA61F0A9F7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7FB0ED-787D-44AB-8CAD-B267E6BF977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200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Text Box 32"/>
          <p:cNvSpPr txBox="1">
            <a:spLocks noChangeArrowheads="1"/>
          </p:cNvSpPr>
          <p:nvPr userDrawn="1"/>
        </p:nvSpPr>
        <p:spPr bwMode="auto">
          <a:xfrm>
            <a:off x="9282443" y="6576804"/>
            <a:ext cx="575029" cy="153888"/>
          </a:xfrm>
          <a:prstGeom prst="rect">
            <a:avLst/>
          </a:prstGeom>
          <a:noFill/>
          <a:ln>
            <a:noFill/>
          </a:ln>
        </p:spPr>
        <p:txBody>
          <a:bodyPr wrap="none" lIns="100584" tIns="0" rIns="100584" bIns="0" anchor="b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굴림" panose="020B0600000101010101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136FDD-138A-41CF-8912-105E2455A463}" type="slidenum">
              <a:rPr kumimoji="0" lang="ko-KR" altLang="en-US" sz="10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Arial" panose="020B0604020202020204" pitchFamily="34" charset="0"/>
              </a:rPr>
              <a:t>/46</a:t>
            </a:r>
          </a:p>
        </p:txBody>
      </p:sp>
    </p:spTree>
    <p:extLst>
      <p:ext uri="{BB962C8B-B14F-4D97-AF65-F5344CB8AC3E}">
        <p14:creationId xmlns:p14="http://schemas.microsoft.com/office/powerpoint/2010/main" val="35559832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7651" y="188923"/>
            <a:ext cx="9410700" cy="43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0584" tIns="45720" rIns="100584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/>
              <a:t>SLIDE TITLE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8" y="1758959"/>
            <a:ext cx="8499475" cy="167604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6655" tIns="48328" rIns="96655" bIns="4832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ko-KR"/>
              <a:t>Body Text</a:t>
            </a:r>
          </a:p>
          <a:p>
            <a:pPr lvl="1"/>
            <a:r>
              <a:rPr lang="en-US" altLang="ko-KR"/>
              <a:t>First Level</a:t>
            </a:r>
          </a:p>
          <a:p>
            <a:pPr lvl="2"/>
            <a:r>
              <a:rPr lang="en-US" altLang="ko-KR"/>
              <a:t>second level</a:t>
            </a:r>
          </a:p>
          <a:p>
            <a:pPr lvl="3"/>
            <a:r>
              <a:rPr lang="en-US" altLang="ko-KR"/>
              <a:t>third level</a:t>
            </a:r>
          </a:p>
          <a:p>
            <a:pPr lvl="4"/>
            <a:r>
              <a:rPr lang="en-US" altLang="ko-KR"/>
              <a:t>Quotation Level</a:t>
            </a:r>
          </a:p>
        </p:txBody>
      </p:sp>
      <p:sp>
        <p:nvSpPr>
          <p:cNvPr id="7172" name="Line 4"/>
          <p:cNvSpPr>
            <a:spLocks noChangeShapeType="1"/>
          </p:cNvSpPr>
          <p:nvPr/>
        </p:nvSpPr>
        <p:spPr bwMode="auto">
          <a:xfrm flipV="1">
            <a:off x="5" y="765175"/>
            <a:ext cx="9921875" cy="0"/>
          </a:xfrm>
          <a:prstGeom prst="line">
            <a:avLst/>
          </a:prstGeom>
          <a:noFill/>
          <a:ln w="25400">
            <a:solidFill>
              <a:srgbClr val="808080"/>
            </a:solidFill>
            <a:round/>
            <a:headEnd/>
            <a:tailEnd/>
          </a:ln>
        </p:spPr>
        <p:txBody>
          <a:bodyPr wrap="none" lIns="90000" rIns="9000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600" b="1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2396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HY그래픽M" pitchFamily="18" charset="-127"/>
          <a:cs typeface="Arial" charset="0"/>
        </a:defRPr>
      </a:lvl9pPr>
    </p:titleStyle>
    <p:bodyStyle>
      <a:lvl1pPr marL="342900" indent="-342900" algn="l" rtl="0" eaLnBrk="0" fontAlgn="base" hangingPunct="0">
        <a:lnSpc>
          <a:spcPct val="97000"/>
        </a:lnSpc>
        <a:spcBef>
          <a:spcPct val="39000"/>
        </a:spcBef>
        <a:spcAft>
          <a:spcPct val="0"/>
        </a:spcAft>
        <a:buChar char="•"/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971550" indent="-457200" algn="l" rtl="0" eaLnBrk="0" fontAlgn="base" hangingPunct="0">
        <a:lnSpc>
          <a:spcPct val="97000"/>
        </a:lnSpc>
        <a:spcBef>
          <a:spcPct val="39000"/>
        </a:spcBef>
        <a:spcAft>
          <a:spcPct val="0"/>
        </a:spcAft>
        <a:buChar char="•"/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543050" indent="-342900" algn="l" rtl="0" eaLnBrk="0" fontAlgn="base" hangingPunct="0">
        <a:lnSpc>
          <a:spcPct val="97000"/>
        </a:lnSpc>
        <a:spcBef>
          <a:spcPct val="39000"/>
        </a:spcBef>
        <a:spcAft>
          <a:spcPct val="0"/>
        </a:spcAft>
        <a:buChar char="-"/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2114550" indent="-342900" algn="l" rtl="0" eaLnBrk="0" fontAlgn="base" hangingPunct="0">
        <a:lnSpc>
          <a:spcPct val="97000"/>
        </a:lnSpc>
        <a:spcBef>
          <a:spcPct val="39000"/>
        </a:spcBef>
        <a:spcAft>
          <a:spcPct val="0"/>
        </a:spcAft>
        <a:buChar char="·"/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5372100" indent="-285750" algn="l" rtl="0" eaLnBrk="0" fontAlgn="base" hangingPunct="0">
        <a:lnSpc>
          <a:spcPct val="97000"/>
        </a:lnSpc>
        <a:spcBef>
          <a:spcPct val="39000"/>
        </a:spcBef>
        <a:spcAft>
          <a:spcPct val="0"/>
        </a:spcAft>
        <a:buChar char="-"/>
        <a:defRPr sz="16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5829300" indent="-285750" algn="l" rtl="0" fontAlgn="base">
        <a:lnSpc>
          <a:spcPct val="97000"/>
        </a:lnSpc>
        <a:spcBef>
          <a:spcPct val="39000"/>
        </a:spcBef>
        <a:spcAft>
          <a:spcPct val="0"/>
        </a:spcAft>
        <a:buChar char="-"/>
        <a:defRPr sz="1600" b="1">
          <a:solidFill>
            <a:schemeClr val="tx1"/>
          </a:solidFill>
          <a:latin typeface="+mn-lt"/>
          <a:ea typeface="+mn-ea"/>
          <a:cs typeface="+mn-cs"/>
        </a:defRPr>
      </a:lvl6pPr>
      <a:lvl7pPr marL="6286500" indent="-285750" algn="l" rtl="0" fontAlgn="base">
        <a:lnSpc>
          <a:spcPct val="97000"/>
        </a:lnSpc>
        <a:spcBef>
          <a:spcPct val="39000"/>
        </a:spcBef>
        <a:spcAft>
          <a:spcPct val="0"/>
        </a:spcAft>
        <a:buChar char="-"/>
        <a:defRPr sz="1600" b="1">
          <a:solidFill>
            <a:schemeClr val="tx1"/>
          </a:solidFill>
          <a:latin typeface="+mn-lt"/>
          <a:ea typeface="+mn-ea"/>
          <a:cs typeface="+mn-cs"/>
        </a:defRPr>
      </a:lvl7pPr>
      <a:lvl8pPr marL="6743700" indent="-285750" algn="l" rtl="0" fontAlgn="base">
        <a:lnSpc>
          <a:spcPct val="97000"/>
        </a:lnSpc>
        <a:spcBef>
          <a:spcPct val="39000"/>
        </a:spcBef>
        <a:spcAft>
          <a:spcPct val="0"/>
        </a:spcAft>
        <a:buChar char="-"/>
        <a:defRPr sz="1600" b="1">
          <a:solidFill>
            <a:schemeClr val="tx1"/>
          </a:solidFill>
          <a:latin typeface="+mn-lt"/>
          <a:ea typeface="+mn-ea"/>
          <a:cs typeface="+mn-cs"/>
        </a:defRPr>
      </a:lvl8pPr>
      <a:lvl9pPr marL="7200900" indent="-285750" algn="l" rtl="0" fontAlgn="base">
        <a:lnSpc>
          <a:spcPct val="97000"/>
        </a:lnSpc>
        <a:spcBef>
          <a:spcPct val="39000"/>
        </a:spcBef>
        <a:spcAft>
          <a:spcPct val="0"/>
        </a:spcAft>
        <a:buChar char="-"/>
        <a:defRPr sz="1600" b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68838-E375-7F86-08E8-00B2A1D9A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ABA05E5-AC61-8FBE-F652-4A11CC370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160796" y="128722"/>
            <a:ext cx="9815347" cy="560153"/>
          </a:xfrm>
          <a:noFill/>
          <a:ln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3200" dirty="0">
                <a:solidFill>
                  <a:schemeClr val="tx1"/>
                </a:solidFill>
                <a:cs typeface="Times New Roman" pitchFamily="18" charset="0"/>
              </a:rPr>
              <a:t>k-</a:t>
            </a:r>
            <a:r>
              <a:rPr lang="en-US" altLang="ko-KR" sz="3200" dirty="0" err="1">
                <a:solidFill>
                  <a:schemeClr val="tx1"/>
                </a:solidFill>
                <a:cs typeface="Times New Roman" pitchFamily="18" charset="0"/>
              </a:rPr>
              <a:t>rs</a:t>
            </a:r>
            <a:r>
              <a:rPr lang="en-US" altLang="ko-KR" sz="3200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ko-KR" altLang="en-US" sz="3200" dirty="0">
                <a:solidFill>
                  <a:schemeClr val="tx1"/>
                </a:solidFill>
                <a:cs typeface="Times New Roman" pitchFamily="18" charset="0"/>
              </a:rPr>
              <a:t>콘텐츠 구성 </a:t>
            </a:r>
            <a:endParaRPr lang="ko-KR" altLang="en-US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itchFamily="18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FE4A876-83D6-3EB3-55F2-C0FC94D482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44848"/>
              </p:ext>
            </p:extLst>
          </p:nvPr>
        </p:nvGraphicFramePr>
        <p:xfrm>
          <a:off x="240695" y="1196753"/>
          <a:ext cx="9394258" cy="25568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770">
                  <a:extLst>
                    <a:ext uri="{9D8B030D-6E8A-4147-A177-3AD203B41FA5}">
                      <a16:colId xmlns:a16="http://schemas.microsoft.com/office/drawing/2014/main" val="691700484"/>
                    </a:ext>
                  </a:extLst>
                </a:gridCol>
                <a:gridCol w="1502263">
                  <a:extLst>
                    <a:ext uri="{9D8B030D-6E8A-4147-A177-3AD203B41FA5}">
                      <a16:colId xmlns:a16="http://schemas.microsoft.com/office/drawing/2014/main" val="2618950407"/>
                    </a:ext>
                  </a:extLst>
                </a:gridCol>
                <a:gridCol w="3251622">
                  <a:extLst>
                    <a:ext uri="{9D8B030D-6E8A-4147-A177-3AD203B41FA5}">
                      <a16:colId xmlns:a16="http://schemas.microsoft.com/office/drawing/2014/main" val="2917926638"/>
                    </a:ext>
                  </a:extLst>
                </a:gridCol>
                <a:gridCol w="3318603">
                  <a:extLst>
                    <a:ext uri="{9D8B030D-6E8A-4147-A177-3AD203B41FA5}">
                      <a16:colId xmlns:a16="http://schemas.microsoft.com/office/drawing/2014/main" val="1162684322"/>
                    </a:ext>
                  </a:extLst>
                </a:gridCol>
              </a:tblGrid>
              <a:tr h="2636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 독서 스킬 도구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 이북 기반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어휘 </a:t>
                      </a:r>
                      <a:r>
                        <a:rPr lang="ko-KR" altLang="en-US" sz="16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챌린지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별도 진도</a:t>
                      </a:r>
                      <a:r>
                        <a:rPr lang="en-US" altLang="ko-KR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112248"/>
                  </a:ext>
                </a:extLst>
              </a:tr>
              <a:tr h="55279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기초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리텔링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감상문 활동 </a:t>
                      </a:r>
                      <a:r>
                        <a:rPr lang="en-US" altLang="ko-KR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목소리 변조 </a:t>
                      </a:r>
                      <a:r>
                        <a:rPr lang="en-US" altLang="ko-KR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그림 생성</a:t>
                      </a:r>
                      <a:r>
                        <a:rPr lang="en-US" altLang="ko-KR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</a:p>
                    <a:p>
                      <a:r>
                        <a:rPr lang="en-US" altLang="ko-KR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생성 실사 영상 재생 </a:t>
                      </a:r>
                      <a:r>
                        <a:rPr lang="en-US" altLang="ko-KR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 사진 합성 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rowSpan="5">
                  <a:txBody>
                    <a:bodyPr/>
                    <a:lstStyle/>
                    <a:p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단계별 어휘꾸러미를 활용한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단순 게임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레벨별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indent="0">
                        <a:buFontTx/>
                        <a:buNone/>
                      </a:pP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>
                        <a:buFontTx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테트리스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단어 맞추기 </a:t>
                      </a: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스텍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게임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두더지 잡기형 단어 캐치 게임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ko-KR" altLang="en-US" sz="120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스네이크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단어 먹기 게임 등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marL="171450" indent="-171450">
                        <a:buFontTx/>
                        <a:buChar char="-"/>
                      </a:pP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3070814943"/>
                  </a:ext>
                </a:extLst>
              </a:tr>
              <a:tr h="500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i="0" u="none" strike="noStrike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유창성 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리텔링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기반의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버디 피드백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3685012168"/>
                  </a:ext>
                </a:extLst>
              </a:tr>
              <a:tr h="5001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1400" b="1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숙달</a:t>
                      </a:r>
                      <a:r>
                        <a:rPr lang="en-US" altLang="ko-KR" sz="1400" b="1" kern="10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리텔링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 기반의 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버디 피드백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4160423340"/>
                  </a:ext>
                </a:extLst>
              </a:tr>
              <a:tr h="349570"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심화 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찬반토론</a:t>
                      </a:r>
                      <a:endParaRPr lang="en-US" altLang="ko-KR" sz="1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첨삭</a:t>
                      </a: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도서 내용 기반 </a:t>
                      </a: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버디 피드백</a:t>
                      </a: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), 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다른 사용자 의견 </a:t>
                      </a: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요약</a:t>
                      </a:r>
                      <a:endParaRPr lang="en-US" altLang="ko-KR" sz="1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2328376837"/>
                  </a:ext>
                </a:extLst>
              </a:tr>
              <a:tr h="3495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1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팩트체크</a:t>
                      </a:r>
                      <a:endParaRPr lang="en-US" altLang="ko-KR" sz="1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첨삭</a:t>
                      </a: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도서 내용 기반 </a:t>
                      </a: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 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버디 피드백</a:t>
                      </a:r>
                      <a:r>
                        <a:rPr lang="en-US" altLang="ko-KR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). AI</a:t>
                      </a:r>
                      <a:r>
                        <a:rPr lang="ko-KR" altLang="en-US" sz="1200" b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이미지와 텍스트 생성</a:t>
                      </a:r>
                      <a:endParaRPr lang="en-US" altLang="ko-KR" sz="1200" b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8022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58CFCC-E6F2-2E40-AC94-84F839B728E8}"/>
              </a:ext>
            </a:extLst>
          </p:cNvPr>
          <p:cNvSpPr txBox="1"/>
          <p:nvPr/>
        </p:nvSpPr>
        <p:spPr>
          <a:xfrm>
            <a:off x="115958" y="827420"/>
            <a:ext cx="83205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코어북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+</a:t>
            </a:r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관리이북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관련 개발 콘텐츠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endParaRPr kumimoji="0" lang="en-US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8906F6B-3FBB-DC8B-21DF-1C3E8A856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751016"/>
              </p:ext>
            </p:extLst>
          </p:nvPr>
        </p:nvGraphicFramePr>
        <p:xfrm>
          <a:off x="240695" y="4220617"/>
          <a:ext cx="9467903" cy="24390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2628">
                  <a:extLst>
                    <a:ext uri="{9D8B030D-6E8A-4147-A177-3AD203B41FA5}">
                      <a16:colId xmlns:a16="http://schemas.microsoft.com/office/drawing/2014/main" val="691700484"/>
                    </a:ext>
                  </a:extLst>
                </a:gridCol>
                <a:gridCol w="1497407">
                  <a:extLst>
                    <a:ext uri="{9D8B030D-6E8A-4147-A177-3AD203B41FA5}">
                      <a16:colId xmlns:a16="http://schemas.microsoft.com/office/drawing/2014/main" val="2618950407"/>
                    </a:ext>
                  </a:extLst>
                </a:gridCol>
                <a:gridCol w="3277113">
                  <a:extLst>
                    <a:ext uri="{9D8B030D-6E8A-4147-A177-3AD203B41FA5}">
                      <a16:colId xmlns:a16="http://schemas.microsoft.com/office/drawing/2014/main" val="3799000254"/>
                    </a:ext>
                  </a:extLst>
                </a:gridCol>
                <a:gridCol w="3350755">
                  <a:extLst>
                    <a:ext uri="{9D8B030D-6E8A-4147-A177-3AD203B41FA5}">
                      <a16:colId xmlns:a16="http://schemas.microsoft.com/office/drawing/2014/main" val="3869759845"/>
                    </a:ext>
                  </a:extLst>
                </a:gridCol>
              </a:tblGrid>
              <a:tr h="2774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1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도서 뷰어 활용 읽기 도구 </a:t>
                      </a:r>
                    </a:p>
                  </a:txBody>
                  <a:tcPr marL="4246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112248"/>
                  </a:ext>
                </a:extLst>
              </a:tr>
              <a:tr h="49969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기초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손가락독서</a:t>
                      </a: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손가락을 따라 텍스트 하이라이트 </a:t>
                      </a:r>
                      <a:r>
                        <a:rPr lang="en-US" altLang="ko-KR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20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녹음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rowSpan="4">
                  <a:txBody>
                    <a:bodyPr/>
                    <a:lstStyle/>
                    <a:p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독서버디 미션 제시 및 챌린지 구간 지정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3070814943"/>
                  </a:ext>
                </a:extLst>
              </a:tr>
              <a:tr h="48943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i="0" u="none" strike="noStrike" dirty="0">
                          <a:solidFill>
                            <a:schemeClr val="dk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유창성 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녹음 미션</a:t>
                      </a:r>
                      <a:endParaRPr lang="en-US" altLang="ko-KR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본문의 일부 구간을 읽고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녹음해서 들어 보기 </a:t>
                      </a:r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vMerge="1">
                  <a:txBody>
                    <a:bodyPr/>
                    <a:lstStyle/>
                    <a:p>
                      <a:endParaRPr lang="en-US" altLang="ko-KR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3685012168"/>
                  </a:ext>
                </a:extLst>
              </a:tr>
              <a:tr h="6505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ko-KR" sz="14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숙달</a:t>
                      </a:r>
                      <a:r>
                        <a:rPr lang="en-US" altLang="ko-KR" sz="14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집중력 미션</a:t>
                      </a:r>
                      <a:r>
                        <a:rPr lang="en-US" altLang="ko-KR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 권을 읽는 시간을 타이머로 측정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또는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내가 정한 시간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10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동안 읽은 페이지 측정</a:t>
                      </a:r>
                    </a:p>
                  </a:txBody>
                  <a:tcPr marL="4246" marR="4246" marT="4246" marB="0"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4160423340"/>
                  </a:ext>
                </a:extLst>
              </a:tr>
              <a:tr h="5208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4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독서 심화 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80000" marR="4246" marT="4246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재진입 환영</a:t>
                      </a:r>
                    </a:p>
                  </a:txBody>
                  <a:tcPr marL="4246" marR="4246" marT="4246" marB="0" anchor="ctr"/>
                </a:tc>
                <a:tc>
                  <a:txBody>
                    <a:bodyPr/>
                    <a:lstStyle/>
                    <a:p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읽던 책을 다시 열었을 때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도서의 앞 부분 이야기를 들려 주기</a:t>
                      </a:r>
                      <a:r>
                        <a:rPr lang="en-US" altLang="ko-KR" sz="12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tc vMerge="1">
                  <a:txBody>
                    <a:bodyPr/>
                    <a:lstStyle/>
                    <a:p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246" marR="4246" marT="4246" marB="0" anchor="ctr"/>
                </a:tc>
                <a:extLst>
                  <a:ext uri="{0D108BD9-81ED-4DB2-BD59-A6C34878D82A}">
                    <a16:rowId xmlns:a16="http://schemas.microsoft.com/office/drawing/2014/main" val="232837683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9698DC-DF10-7A1B-0064-C8A37C1BA25D}"/>
              </a:ext>
            </a:extLst>
          </p:cNvPr>
          <p:cNvSpPr txBox="1"/>
          <p:nvPr/>
        </p:nvSpPr>
        <p:spPr>
          <a:xfrm>
            <a:off x="240695" y="3920928"/>
            <a:ext cx="50830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교과 핵심 도서 관련 개발 콘텐츠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26046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416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-%m-%d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heme/theme1.xml><?xml version="1.0" encoding="utf-8"?>
<a:theme xmlns:a="http://schemas.openxmlformats.org/drawingml/2006/main" name="2_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">
      <a:majorFont>
        <a:latin typeface="Arial"/>
        <a:ea typeface="HY그래픽M"/>
        <a:cs typeface="Arial"/>
      </a:majorFont>
      <a:minorFont>
        <a:latin typeface="Arial"/>
        <a:ea typeface="HY그래픽M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  <a:ea typeface="HY그래픽M" pitchFamily="18" charset="-127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charset="0"/>
            <a:ea typeface="HY그래픽M" pitchFamily="18" charset="-127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737373"/>
        </a:accent6>
        <a:hlink>
          <a:srgbClr val="B2B2B2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FFFFCC"/>
        </a:lt2>
        <a:accent1>
          <a:srgbClr val="FFFFCC"/>
        </a:accent1>
        <a:accent2>
          <a:srgbClr val="CBD478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B8C06C"/>
        </a:accent6>
        <a:hlink>
          <a:srgbClr val="00582C"/>
        </a:hlink>
        <a:folHlink>
          <a:srgbClr val="66965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BDB779"/>
        </a:lt1>
        <a:dk2>
          <a:srgbClr val="000000"/>
        </a:dk2>
        <a:lt2>
          <a:srgbClr val="FFFFCC"/>
        </a:lt2>
        <a:accent1>
          <a:srgbClr val="FFFFCC"/>
        </a:accent1>
        <a:accent2>
          <a:srgbClr val="CBD478"/>
        </a:accent2>
        <a:accent3>
          <a:srgbClr val="DBD8BE"/>
        </a:accent3>
        <a:accent4>
          <a:srgbClr val="000000"/>
        </a:accent4>
        <a:accent5>
          <a:srgbClr val="FFFFE2"/>
        </a:accent5>
        <a:accent6>
          <a:srgbClr val="B8C06C"/>
        </a:accent6>
        <a:hlink>
          <a:srgbClr val="00582C"/>
        </a:hlink>
        <a:folHlink>
          <a:srgbClr val="66965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17963FABFC0D84283BC6AE63267CB5A" ma:contentTypeVersion="11" ma:contentTypeDescription="새 문서를 만듭니다." ma:contentTypeScope="" ma:versionID="55c3b5305c649d13f813f91d647aee2a">
  <xsd:schema xmlns:xsd="http://www.w3.org/2001/XMLSchema" xmlns:xs="http://www.w3.org/2001/XMLSchema" xmlns:p="http://schemas.microsoft.com/office/2006/metadata/properties" xmlns:ns3="1a2767d9-0d19-4f0d-9583-e159f2ab210b" targetNamespace="http://schemas.microsoft.com/office/2006/metadata/properties" ma:root="true" ma:fieldsID="d3567aa3a0c09b0708c486045ca16e41" ns3:_="">
    <xsd:import namespace="1a2767d9-0d19-4f0d-9583-e159f2ab210b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2767d9-0d19-4f0d-9583-e159f2ab210b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75AE49F-80EE-4384-83FE-B7F0A7DDB924}">
  <ds:schemaRefs>
    <ds:schemaRef ds:uri="1a2767d9-0d19-4f0d-9583-e159f2ab210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8FC598C-96F7-46E6-B487-362338C1417B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dcmitype/"/>
    <ds:schemaRef ds:uri="http://schemas.microsoft.com/office/infopath/2007/PartnerControls"/>
    <ds:schemaRef ds:uri="1a2767d9-0d19-4f0d-9583-e159f2ab210b"/>
  </ds:schemaRefs>
</ds:datastoreItem>
</file>

<file path=customXml/itemProps3.xml><?xml version="1.0" encoding="utf-8"?>
<ds:datastoreItem xmlns:ds="http://schemas.openxmlformats.org/officeDocument/2006/customXml" ds:itemID="{26B5B68D-B0C5-4674-BF61-C63681C8E40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224</Words>
  <Application>Microsoft Office PowerPoint</Application>
  <PresentationFormat>A4 용지(210x297mm)</PresentationFormat>
  <Paragraphs>44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Times New Roman</vt:lpstr>
      <vt:lpstr>2_Blank</vt:lpstr>
      <vt:lpstr>k-rs 콘텐츠 구성 </vt:lpstr>
    </vt:vector>
  </TitlesOfParts>
  <Company>wj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Kumhee Yoon</dc:creator>
  <cp:lastModifiedBy>김태희</cp:lastModifiedBy>
  <cp:revision>9</cp:revision>
  <cp:lastPrinted>2025-11-13T00:43:51Z</cp:lastPrinted>
  <dcterms:created xsi:type="dcterms:W3CDTF">2014-05-16T01:15:23Z</dcterms:created>
  <dcterms:modified xsi:type="dcterms:W3CDTF">2026-02-10T10:54:57Z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0x010100417963FABFC0D84283BC6AE63267CB5A</vt:lpwstr>
  </property>
</Properties>
</file>