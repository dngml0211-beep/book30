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3" r:id="rId10"/>
  </p:sldIdLst>
  <p:sldSz cx="5713413" cy="69659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770" y="37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8506" y="1140030"/>
            <a:ext cx="4856401" cy="2425183"/>
          </a:xfrm>
        </p:spPr>
        <p:txBody>
          <a:bodyPr anchor="b"/>
          <a:lstStyle>
            <a:lvl1pPr algn="ctr">
              <a:defRPr sz="3749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4177" y="3658737"/>
            <a:ext cx="4285060" cy="1681825"/>
          </a:xfrm>
        </p:spPr>
        <p:txBody>
          <a:bodyPr/>
          <a:lstStyle>
            <a:lvl1pPr marL="0" indent="0" algn="ctr">
              <a:buNone/>
              <a:defRPr sz="1500"/>
            </a:lvl1pPr>
            <a:lvl2pPr marL="285659" indent="0" algn="ctr">
              <a:buNone/>
              <a:defRPr sz="1250"/>
            </a:lvl2pPr>
            <a:lvl3pPr marL="571317" indent="0" algn="ctr">
              <a:buNone/>
              <a:defRPr sz="1125"/>
            </a:lvl3pPr>
            <a:lvl4pPr marL="856976" indent="0" algn="ctr">
              <a:buNone/>
              <a:defRPr sz="1000"/>
            </a:lvl4pPr>
            <a:lvl5pPr marL="1142634" indent="0" algn="ctr">
              <a:buNone/>
              <a:defRPr sz="1000"/>
            </a:lvl5pPr>
            <a:lvl6pPr marL="1428293" indent="0" algn="ctr">
              <a:buNone/>
              <a:defRPr sz="1000"/>
            </a:lvl6pPr>
            <a:lvl7pPr marL="1713951" indent="0" algn="ctr">
              <a:buNone/>
              <a:defRPr sz="1000"/>
            </a:lvl7pPr>
            <a:lvl8pPr marL="1999610" indent="0" algn="ctr">
              <a:buNone/>
              <a:defRPr sz="1000"/>
            </a:lvl8pPr>
            <a:lvl9pPr marL="2285268" indent="0" algn="ctr">
              <a:buNone/>
              <a:defRPr sz="10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43C2-4382-487D-885C-FEF9510A0F7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1D2B5-7DBD-48E1-B2B1-D7636BC55E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668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43C2-4382-487D-885C-FEF9510A0F7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1D2B5-7DBD-48E1-B2B1-D7636BC55E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0174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822" y="1736652"/>
            <a:ext cx="4927819" cy="2897641"/>
          </a:xfrm>
        </p:spPr>
        <p:txBody>
          <a:bodyPr anchor="b"/>
          <a:lstStyle>
            <a:lvl1pPr>
              <a:defRPr sz="3749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9822" y="4661706"/>
            <a:ext cx="4927819" cy="1523801"/>
          </a:xfrm>
        </p:spPr>
        <p:txBody>
          <a:bodyPr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285659" indent="0">
              <a:buNone/>
              <a:defRPr sz="1250">
                <a:solidFill>
                  <a:schemeClr val="tx1">
                    <a:tint val="75000"/>
                  </a:schemeClr>
                </a:solidFill>
              </a:defRPr>
            </a:lvl2pPr>
            <a:lvl3pPr marL="571317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3pPr>
            <a:lvl4pPr marL="856976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4pPr>
            <a:lvl5pPr marL="1142634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5pPr>
            <a:lvl6pPr marL="1428293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6pPr>
            <a:lvl7pPr marL="1713951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7pPr>
            <a:lvl8pPr marL="199961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8pPr>
            <a:lvl9pPr marL="2285268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43C2-4382-487D-885C-FEF9510A0F7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1D2B5-7DBD-48E1-B2B1-D7636BC55E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2770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797" y="1854362"/>
            <a:ext cx="2428201" cy="4419831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92415" y="1854362"/>
            <a:ext cx="2428201" cy="4419831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43C2-4382-487D-885C-FEF9510A0F7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1D2B5-7DBD-48E1-B2B1-D7636BC55E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030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541" y="370874"/>
            <a:ext cx="4927819" cy="1346428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3542" y="1707626"/>
            <a:ext cx="2417041" cy="836881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285659" indent="0">
              <a:buNone/>
              <a:defRPr sz="1250" b="1"/>
            </a:lvl2pPr>
            <a:lvl3pPr marL="571317" indent="0">
              <a:buNone/>
              <a:defRPr sz="1125" b="1"/>
            </a:lvl3pPr>
            <a:lvl4pPr marL="856976" indent="0">
              <a:buNone/>
              <a:defRPr sz="1000" b="1"/>
            </a:lvl4pPr>
            <a:lvl5pPr marL="1142634" indent="0">
              <a:buNone/>
              <a:defRPr sz="1000" b="1"/>
            </a:lvl5pPr>
            <a:lvl6pPr marL="1428293" indent="0">
              <a:buNone/>
              <a:defRPr sz="1000" b="1"/>
            </a:lvl6pPr>
            <a:lvl7pPr marL="1713951" indent="0">
              <a:buNone/>
              <a:defRPr sz="1000" b="1"/>
            </a:lvl7pPr>
            <a:lvl8pPr marL="1999610" indent="0">
              <a:buNone/>
              <a:defRPr sz="1000" b="1"/>
            </a:lvl8pPr>
            <a:lvl9pPr marL="2285268" indent="0">
              <a:buNone/>
              <a:defRPr sz="10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542" y="2544507"/>
            <a:ext cx="2417041" cy="374258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92415" y="1707626"/>
            <a:ext cx="2428945" cy="836881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285659" indent="0">
              <a:buNone/>
              <a:defRPr sz="1250" b="1"/>
            </a:lvl2pPr>
            <a:lvl3pPr marL="571317" indent="0">
              <a:buNone/>
              <a:defRPr sz="1125" b="1"/>
            </a:lvl3pPr>
            <a:lvl4pPr marL="856976" indent="0">
              <a:buNone/>
              <a:defRPr sz="1000" b="1"/>
            </a:lvl4pPr>
            <a:lvl5pPr marL="1142634" indent="0">
              <a:buNone/>
              <a:defRPr sz="1000" b="1"/>
            </a:lvl5pPr>
            <a:lvl6pPr marL="1428293" indent="0">
              <a:buNone/>
              <a:defRPr sz="1000" b="1"/>
            </a:lvl6pPr>
            <a:lvl7pPr marL="1713951" indent="0">
              <a:buNone/>
              <a:defRPr sz="1000" b="1"/>
            </a:lvl7pPr>
            <a:lvl8pPr marL="1999610" indent="0">
              <a:buNone/>
              <a:defRPr sz="1000" b="1"/>
            </a:lvl8pPr>
            <a:lvl9pPr marL="2285268" indent="0">
              <a:buNone/>
              <a:defRPr sz="10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892415" y="2544507"/>
            <a:ext cx="2428945" cy="374258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43C2-4382-487D-885C-FEF9510A0F7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1D2B5-7DBD-48E1-B2B1-D7636BC55E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6432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43C2-4382-487D-885C-FEF9510A0F7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1D2B5-7DBD-48E1-B2B1-D7636BC55E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8554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43C2-4382-487D-885C-FEF9510A0F7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1D2B5-7DBD-48E1-B2B1-D7636BC55E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332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542" y="464397"/>
            <a:ext cx="1842724" cy="1625388"/>
          </a:xfrm>
        </p:spPr>
        <p:txBody>
          <a:bodyPr anchor="b"/>
          <a:lstStyle>
            <a:lvl1pPr>
              <a:defRPr sz="1999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8945" y="1002970"/>
            <a:ext cx="2892415" cy="4950339"/>
          </a:xfrm>
        </p:spPr>
        <p:txBody>
          <a:bodyPr/>
          <a:lstStyle>
            <a:lvl1pPr>
              <a:defRPr sz="1999"/>
            </a:lvl1pPr>
            <a:lvl2pPr>
              <a:defRPr sz="1749"/>
            </a:lvl2pPr>
            <a:lvl3pPr>
              <a:defRPr sz="1500"/>
            </a:lvl3pPr>
            <a:lvl4pPr>
              <a:defRPr sz="1250"/>
            </a:lvl4pPr>
            <a:lvl5pPr>
              <a:defRPr sz="12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3542" y="2089785"/>
            <a:ext cx="1842724" cy="3871585"/>
          </a:xfrm>
        </p:spPr>
        <p:txBody>
          <a:bodyPr/>
          <a:lstStyle>
            <a:lvl1pPr marL="0" indent="0">
              <a:buNone/>
              <a:defRPr sz="1000"/>
            </a:lvl1pPr>
            <a:lvl2pPr marL="285659" indent="0">
              <a:buNone/>
              <a:defRPr sz="875"/>
            </a:lvl2pPr>
            <a:lvl3pPr marL="571317" indent="0">
              <a:buNone/>
              <a:defRPr sz="750"/>
            </a:lvl3pPr>
            <a:lvl4pPr marL="856976" indent="0">
              <a:buNone/>
              <a:defRPr sz="625"/>
            </a:lvl4pPr>
            <a:lvl5pPr marL="1142634" indent="0">
              <a:buNone/>
              <a:defRPr sz="625"/>
            </a:lvl5pPr>
            <a:lvl6pPr marL="1428293" indent="0">
              <a:buNone/>
              <a:defRPr sz="625"/>
            </a:lvl6pPr>
            <a:lvl7pPr marL="1713951" indent="0">
              <a:buNone/>
              <a:defRPr sz="625"/>
            </a:lvl7pPr>
            <a:lvl8pPr marL="1999610" indent="0">
              <a:buNone/>
              <a:defRPr sz="625"/>
            </a:lvl8pPr>
            <a:lvl9pPr marL="2285268" indent="0">
              <a:buNone/>
              <a:defRPr sz="625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43C2-4382-487D-885C-FEF9510A0F7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1D2B5-7DBD-48E1-B2B1-D7636BC55E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559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542" y="464397"/>
            <a:ext cx="1842724" cy="1625388"/>
          </a:xfrm>
        </p:spPr>
        <p:txBody>
          <a:bodyPr anchor="b"/>
          <a:lstStyle>
            <a:lvl1pPr>
              <a:defRPr sz="1999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28945" y="1002970"/>
            <a:ext cx="2892415" cy="4950339"/>
          </a:xfrm>
        </p:spPr>
        <p:txBody>
          <a:bodyPr anchor="t"/>
          <a:lstStyle>
            <a:lvl1pPr marL="0" indent="0">
              <a:buNone/>
              <a:defRPr sz="1999"/>
            </a:lvl1pPr>
            <a:lvl2pPr marL="285659" indent="0">
              <a:buNone/>
              <a:defRPr sz="1749"/>
            </a:lvl2pPr>
            <a:lvl3pPr marL="571317" indent="0">
              <a:buNone/>
              <a:defRPr sz="1500"/>
            </a:lvl3pPr>
            <a:lvl4pPr marL="856976" indent="0">
              <a:buNone/>
              <a:defRPr sz="1250"/>
            </a:lvl4pPr>
            <a:lvl5pPr marL="1142634" indent="0">
              <a:buNone/>
              <a:defRPr sz="1250"/>
            </a:lvl5pPr>
            <a:lvl6pPr marL="1428293" indent="0">
              <a:buNone/>
              <a:defRPr sz="1250"/>
            </a:lvl6pPr>
            <a:lvl7pPr marL="1713951" indent="0">
              <a:buNone/>
              <a:defRPr sz="1250"/>
            </a:lvl7pPr>
            <a:lvl8pPr marL="1999610" indent="0">
              <a:buNone/>
              <a:defRPr sz="1250"/>
            </a:lvl8pPr>
            <a:lvl9pPr marL="2285268" indent="0">
              <a:buNone/>
              <a:defRPr sz="125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3542" y="2089785"/>
            <a:ext cx="1842724" cy="3871585"/>
          </a:xfrm>
        </p:spPr>
        <p:txBody>
          <a:bodyPr/>
          <a:lstStyle>
            <a:lvl1pPr marL="0" indent="0">
              <a:buNone/>
              <a:defRPr sz="1000"/>
            </a:lvl1pPr>
            <a:lvl2pPr marL="285659" indent="0">
              <a:buNone/>
              <a:defRPr sz="875"/>
            </a:lvl2pPr>
            <a:lvl3pPr marL="571317" indent="0">
              <a:buNone/>
              <a:defRPr sz="750"/>
            </a:lvl3pPr>
            <a:lvl4pPr marL="856976" indent="0">
              <a:buNone/>
              <a:defRPr sz="625"/>
            </a:lvl4pPr>
            <a:lvl5pPr marL="1142634" indent="0">
              <a:buNone/>
              <a:defRPr sz="625"/>
            </a:lvl5pPr>
            <a:lvl6pPr marL="1428293" indent="0">
              <a:buNone/>
              <a:defRPr sz="625"/>
            </a:lvl6pPr>
            <a:lvl7pPr marL="1713951" indent="0">
              <a:buNone/>
              <a:defRPr sz="625"/>
            </a:lvl7pPr>
            <a:lvl8pPr marL="1999610" indent="0">
              <a:buNone/>
              <a:defRPr sz="625"/>
            </a:lvl8pPr>
            <a:lvl9pPr marL="2285268" indent="0">
              <a:buNone/>
              <a:defRPr sz="625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43C2-4382-487D-885C-FEF9510A0F7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1D2B5-7DBD-48E1-B2B1-D7636BC55E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062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43C2-4382-487D-885C-FEF9510A0F7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1D2B5-7DBD-48E1-B2B1-D7636BC55E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7191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088661" y="370872"/>
            <a:ext cx="1231955" cy="5903321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2798" y="370872"/>
            <a:ext cx="3624446" cy="5903321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43C2-4382-487D-885C-FEF9510A0F7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1D2B5-7DBD-48E1-B2B1-D7636BC55E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3161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797" y="370874"/>
            <a:ext cx="4927819" cy="13464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797" y="1854362"/>
            <a:ext cx="4927819" cy="44198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2797" y="6456405"/>
            <a:ext cx="1285518" cy="370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C643C2-4382-487D-885C-FEF9510A0F7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92568" y="6456405"/>
            <a:ext cx="1928277" cy="370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35098" y="6456405"/>
            <a:ext cx="1285518" cy="370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31D2B5-7DBD-48E1-B2B1-D7636BC55E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290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571317" rtl="0" eaLnBrk="1" latinLnBrk="1" hangingPunct="1">
        <a:lnSpc>
          <a:spcPct val="90000"/>
        </a:lnSpc>
        <a:spcBef>
          <a:spcPct val="0"/>
        </a:spcBef>
        <a:buNone/>
        <a:defRPr sz="274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2829" indent="-142829" algn="l" defTabSz="571317" rtl="0" eaLnBrk="1" latinLnBrk="1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1749" kern="1200">
          <a:solidFill>
            <a:schemeClr val="tx1"/>
          </a:solidFill>
          <a:latin typeface="+mn-lt"/>
          <a:ea typeface="+mn-ea"/>
          <a:cs typeface="+mn-cs"/>
        </a:defRPr>
      </a:lvl1pPr>
      <a:lvl2pPr marL="428488" indent="-142829" algn="l" defTabSz="571317" rtl="0" eaLnBrk="1" latinLnBrk="1" hangingPunct="1">
        <a:lnSpc>
          <a:spcPct val="90000"/>
        </a:lnSpc>
        <a:spcBef>
          <a:spcPts val="312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14146" indent="-142829" algn="l" defTabSz="571317" rtl="0" eaLnBrk="1" latinLnBrk="1" hangingPunct="1">
        <a:lnSpc>
          <a:spcPct val="90000"/>
        </a:lnSpc>
        <a:spcBef>
          <a:spcPts val="312"/>
        </a:spcBef>
        <a:buFont typeface="Arial" panose="020B0604020202020204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3pPr>
      <a:lvl4pPr marL="999805" indent="-142829" algn="l" defTabSz="571317" rtl="0" eaLnBrk="1" latinLnBrk="1" hangingPunct="1">
        <a:lnSpc>
          <a:spcPct val="90000"/>
        </a:lnSpc>
        <a:spcBef>
          <a:spcPts val="312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4pPr>
      <a:lvl5pPr marL="1285464" indent="-142829" algn="l" defTabSz="571317" rtl="0" eaLnBrk="1" latinLnBrk="1" hangingPunct="1">
        <a:lnSpc>
          <a:spcPct val="90000"/>
        </a:lnSpc>
        <a:spcBef>
          <a:spcPts val="312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5pPr>
      <a:lvl6pPr marL="1571122" indent="-142829" algn="l" defTabSz="571317" rtl="0" eaLnBrk="1" latinLnBrk="1" hangingPunct="1">
        <a:lnSpc>
          <a:spcPct val="90000"/>
        </a:lnSpc>
        <a:spcBef>
          <a:spcPts val="312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856781" indent="-142829" algn="l" defTabSz="571317" rtl="0" eaLnBrk="1" latinLnBrk="1" hangingPunct="1">
        <a:lnSpc>
          <a:spcPct val="90000"/>
        </a:lnSpc>
        <a:spcBef>
          <a:spcPts val="312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2142439" indent="-142829" algn="l" defTabSz="571317" rtl="0" eaLnBrk="1" latinLnBrk="1" hangingPunct="1">
        <a:lnSpc>
          <a:spcPct val="90000"/>
        </a:lnSpc>
        <a:spcBef>
          <a:spcPts val="312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428098" indent="-142829" algn="l" defTabSz="571317" rtl="0" eaLnBrk="1" latinLnBrk="1" hangingPunct="1">
        <a:lnSpc>
          <a:spcPct val="90000"/>
        </a:lnSpc>
        <a:spcBef>
          <a:spcPts val="312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1317" rtl="0" eaLnBrk="1" latinLnBrk="1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1pPr>
      <a:lvl2pPr marL="285659" algn="l" defTabSz="571317" rtl="0" eaLnBrk="1" latinLnBrk="1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2pPr>
      <a:lvl3pPr marL="571317" algn="l" defTabSz="571317" rtl="0" eaLnBrk="1" latinLnBrk="1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856976" algn="l" defTabSz="571317" rtl="0" eaLnBrk="1" latinLnBrk="1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4pPr>
      <a:lvl5pPr marL="1142634" algn="l" defTabSz="571317" rtl="0" eaLnBrk="1" latinLnBrk="1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5pPr>
      <a:lvl6pPr marL="1428293" algn="l" defTabSz="571317" rtl="0" eaLnBrk="1" latinLnBrk="1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713951" algn="l" defTabSz="571317" rtl="0" eaLnBrk="1" latinLnBrk="1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1999610" algn="l" defTabSz="571317" rtl="0" eaLnBrk="1" latinLnBrk="1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285268" algn="l" defTabSz="571317" rtl="0" eaLnBrk="1" latinLnBrk="1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713413" cy="696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153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276" y="0"/>
            <a:ext cx="5723689" cy="696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437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53"/>
            <a:ext cx="5713413" cy="695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553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" y="0"/>
            <a:ext cx="5712079" cy="696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303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23"/>
            <a:ext cx="5713413" cy="696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600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" y="0"/>
            <a:ext cx="5712079" cy="696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405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23"/>
            <a:ext cx="5713413" cy="696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346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23"/>
            <a:ext cx="5713413" cy="696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068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9" y="0"/>
            <a:ext cx="5706274" cy="696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56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0</Words>
  <Application>Microsoft Office PowerPoint</Application>
  <PresentationFormat>사용자 지정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지정환</dc:creator>
  <cp:lastModifiedBy>지정환</cp:lastModifiedBy>
  <cp:revision>1</cp:revision>
  <dcterms:created xsi:type="dcterms:W3CDTF">2026-02-11T01:30:07Z</dcterms:created>
  <dcterms:modified xsi:type="dcterms:W3CDTF">2026-02-11T01:36:47Z</dcterms:modified>
</cp:coreProperties>
</file>